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sldIdLst>
    <p:sldId id="256" r:id="rId2"/>
    <p:sldId id="267" r:id="rId3"/>
    <p:sldId id="257" r:id="rId4"/>
    <p:sldId id="264" r:id="rId5"/>
    <p:sldId id="265" r:id="rId6"/>
    <p:sldId id="266" r:id="rId7"/>
    <p:sldId id="260" r:id="rId8"/>
    <p:sldId id="261" r:id="rId9"/>
    <p:sldId id="262" r:id="rId10"/>
    <p:sldId id="263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0:26.2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107 7 24575,'-2'6'0,"-61"399"0,29 314-635,31 7-196,3-552 781,4 718 610,4-735-106,36 198 0,-19-175-406,54 798-587,-72 5-917,-8-938-4740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0:29.5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3 24575,'357'0'0,"-31"0"-546,117 0-2057,112 0-163,92 0 128,-102 0 2037,2032 0-2809,-859 0 4644,-1701 0-1267,594 25 3898,-208 30-3811,430 41-61,23-71 1193,0-28 862,-437 0-1413,120 1 2391,-536 2-2987,1-1 1,-1 1-1,1 1 1,-1-1-1,1 0 1,-1 1-1,0 0 1,1 0-1,-1 0 1,4 1-1,-5 0-32,0 0 0,-1-1-1,1 1 1,0 0 0,-1 0 0,0 0 0,1 0-1,-1 0 1,0 0 0,0 1 0,0-1 0,0 0-1,-1 0 1,1 1 0,-1-1 0,1 0-1,-1 5 1,8 57-7,-4 1 0,-4 83 0,-1-62 0,-6 1548 0,23-1433 0,0-31 0,16 305 0,-24-425 0,2 0 0,20 62 0,-17-68 0,-1 1 0,-2 1 0,4 57 0,15 277 0,-27-174 0,1 7 0,-1-181 0,2 1 0,2-1 0,1 0 0,15 45 0,41 83-1365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0:31.9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105 321 24575,'12126'0'0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0:37.3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167 811 24575,'-3'-66'0,"-3"0"0,-23-101 0,18 110 0,3 11 0,-1-3 0,-18-59 0,-3-3 89,-9-25-1543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0:44.0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 24575,'178'0'0,"424"4"0,-3 36 0,-198-15 0,-3-27 0,-122-1 0,3369 3 0,-3465-13 0,-57 1 0,671 3 0,-485 11 0,1530-2 0,-1785 3 0,-1 2 0,72 16 0,-60-8 0,67 3 0,641-8 0,-444-10 0,-307 3 0,1 1 0,-1 1 0,0 2 0,0 0 0,0 1 0,29 12 0,-40-14 0,9 2 0,-1-1 0,1-1 0,0-1 0,30 2 0,83-6 0,-62-1 0,-44 1-227,0-2-1,0 0 1,0-2-1,0-1 1,37-14-1,-32 9-6598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0:48.8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5 24575,'38'0'0,"0"1"0,0 2 0,53 12 0,-42-7 0,-1-3 0,2-1 0,82-5 0,-47-1 0,2842 0 0,-1647 3 0,-1131 4 0,255 41 0,-307-35 0,182-2 0,-6-2 0,350 12 0,-573-19 0,37 4 0,140 25 0,-139-15 0,142 5 0,877-21 0,-1066 4 0,-1 2 0,0 1 0,0 3 0,56 17 0,-64-18 0,-1-1 0,1-1 0,36 1 0,97-7 0,-88 0 0,-4 1 0,-38 2 0,-1-2 0,1-1 0,0-2 0,-1-1 0,0-2 0,35-10 0,-48 8 0,175-54 0,-153 51 0,0 2 0,75-6 0,205 15 0,-150 3 0,18-1 0,242-5 0,-302-12 0,16 0 0,131 13-432,-230 2-501,0 0-5893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0:54.1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 9 24394,'257'4565'0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0:57.4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9 24537,'354'4533'0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1:00.8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6 24575,'0'3992'0,"3"-3932"0,19 103 0,-17-139 0,4 19 0,23 64 0,-6-25 0,-5-20 0,3 0 0,58 105 0,-44-93 0,-23-42-1365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1:04.1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80 5 24575,'14'468'0,"0"-104"0,-9 986 0,-7-785 0,-1-505 0,-3 0 0,-3 0 0,-23 82 0,17-82 0,2 2 0,-9 117 0,23 339 0,1-210 0,-2 259 0,0-555-341,1 0 0,0 0-1,3 14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35.6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24575,'2'1'0,"1"0"0,0 1 0,-1-1 0,1 1 0,-1-1 0,1 1 0,-1 0 0,0 0 0,0 0 0,0 0 0,0 0 0,0 0 0,0 1 0,-1-1 0,3 5 0,4 3 0,104 140 0,118 211 0,-210-327 0,-1 2 0,-1 0 0,-2 1 0,-2 0 0,-2 2 0,-1-1 0,9 60 0,7 49 0,-14-83 0,9 107 0,-20-134 0,-3 0 0,-1 0 0,-1 0 0,-3 0 0,-10 41 0,8-52 0,0 0 0,-2 0 0,-1-1 0,-2-1 0,0 1 0,-1-2 0,-28 35 0,-3 1 0,30-37 0,-2 0 0,0-1 0,-2-1 0,0 0 0,-32 23 0,22-22-1365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55.3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1 24575,'0'22'0,"0"13"0,7 37 0,2 20 0,7 30 0,1 15 0,5 13 0,-2-12 0,-4-15 0,-5-22 0,-4-27-8191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56.1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288 32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57.2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24575,'0'9'0,"0"15"0,0 24 0,0 30 0,0 22 0,0 7 0,0 10 0,0-10 0,0-11 0,0-18 0,0-13 0,0-14 0,0-11 0,0-9 0,0-5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58.5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251 7 24575,'-34'0'0,"19"-1"0,-1 0 0,1 2 0,-1 0 0,-16 3 0,28-3 0,-1 0 0,1 1 0,0-1 0,0 1 0,-1 0 0,1 0 0,1 0 0,-1 1 0,0-1 0,1 1 0,-1 0 0,1 0 0,0 0 0,-1 1 0,2-1 0,-1 1 0,0 0 0,-3 6 0,-2 8 0,0 0 0,0 1 0,2 0 0,0 1 0,2-1 0,0 1 0,1 0 0,1 0 0,1 0 0,1 27 0,1-42 0,-1-1 0,1 0 0,0-1 0,0 1 0,0 0 0,0 0 0,1 0 0,-1-1 0,1 1 0,0 0 0,0-1 0,1 0 0,-1 1 0,1-1 0,3 3 0,-2-2 0,0-1 0,1 0 0,0 1 0,0-2 0,0 1 0,0 0 0,1-1 0,-1 0 0,9 2 0,5-1 0,0 0 0,0-1 0,1-1 0,-1-1 0,24-3 0,-31 2 0,0-1 0,0 1 0,-1-2 0,1 0 0,0 0 0,-1-1 0,21-11 0,-27 13 0,-1-1 0,0 0 0,0 0 0,0 0 0,0 0 0,0-1 0,-1 0 0,0 1 0,1-1 0,-2 0 0,1-1 0,0 1 0,-1 0 0,0-1 0,0 0 0,0 1 0,0-1 0,-1 0 0,0 0 0,0 0 0,1-7 0,0-6 0,-1 0 0,-1-1 0,-1 1 0,0-1 0,-1 1 0,-5-19 0,4 31 6,0-1 0,0 1 0,0 0 0,-1 0 0,0 0 0,0 0-1,0 1 1,-8-7 0,-44-37-316,31 28-798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00.0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276 1 24575,'-23'0'0,"0"0"0,0 2 0,0 0 0,-28 8 0,44-8 0,0 0 0,0 1 0,0-1 0,0 2 0,1-1 0,-1 1 0,1 0 0,0 0 0,0 0 0,0 1 0,1 0 0,0 0 0,0 1 0,0-1 0,0 1 0,1 0 0,-5 9 0,4-5 0,1 0 0,1 0 0,0 1 0,0-1 0,1 1 0,0-1 0,0 17 0,4 80 0,0-63 0,-3-21 0,1-14 0,0 1 0,0-1 0,1 0 0,1 11 0,-1-18 0,-1 0 0,1 0 0,0 0 0,-1 0 0,1 0 0,0 0 0,0-1 0,0 1 0,1 0 0,-1 0 0,0-1 0,1 1 0,-1-1 0,1 1 0,-1-1 0,1 1 0,0-1 0,-1 0 0,1 0 0,0 0 0,0 0 0,0 0 0,2 0 0,13 3 0,0-1 0,-1-1 0,1 0 0,0-2 0,0 0 0,0-1 0,0 0 0,26-6 0,-30 3-341,0 0 0,0-1-1,17-9 1,-1-1-6485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00.8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24575,'0'4'0,"0"5"0,5 15 0,4 11 0,2 8 0,3 13 0,-1 2 0,1 7 0,-1 2 0,-4 1 0,-2 2 0,-3 2 0,-2-7 0,-2-3 0,0-2 0,-1-8 0,5-9 0,1-11-8191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02.0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245 0 24575,'-6'1'0,"1"-1"0,-1 1 0,0 1 0,1-1 0,-1 1 0,1 0 0,-1 0 0,1 0 0,0 1 0,0-1 0,-5 5 0,-9 6 0,-23 23 0,28-24 0,-12 11 0,-31 18 0,56-40 0,0-1 0,0 1 0,0-1 0,0 1 0,1-1 0,-1 1 0,0 0 0,0-1 0,1 1 0,-1 0 0,0 0 0,1-1 0,-1 1 0,0 0 0,1 0 0,-1 0 0,1 0 0,0 0 0,-1 0 0,1 0 0,0-1 0,-1 1 0,1 0 0,0 0 0,0 0 0,0 0 0,0 1 0,0-1 0,0 0 0,0 0 0,0 0 0,1 0 0,-1-1 0,0 1 0,1 0 0,-1 0 0,0 0 0,1 0 0,-1 0 0,1 0 0,-1 0 0,1 0 0,0-1 0,-1 1 0,1 0 0,0-1 0,1 2 0,4 3 0,0 0 0,0-1 0,1 1 0,12 5 0,157 87 0,-122-67 0,15 10-1365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03.1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24575,'0'9'0,"0"15"0,0 20 0,0 24 0,0 17 0,0 6 0,0 6 0,0-7 0,0-13 0,0-21-8191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04.0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2 286 24575,'-1'34'0,"1"-14"0,0 0 0,0 0 0,6 27 0,-6-45 0,1 0 0,-1 0 0,1 0 0,0 0 0,-1 0 0,1 0 0,0-1 0,0 1 0,0 0 0,0 0 0,1-1 0,-1 1 0,3 2 0,-4-4 0,0 0 0,1 0 0,-1 1 0,1-1 0,-1 0 0,1 0 0,-1 0 0,1 0 0,-1 1 0,1-1 0,-1 0 0,1 0 0,-1 0 0,1 0 0,-1 0 0,1 0 0,-1 0 0,1-1 0,-1 1 0,1 0 0,0 0 0,0-1 0,1 0 0,-1 1 0,0-1 0,0 0 0,0 0 0,0 0 0,0 0 0,0 0 0,0 0 0,2-3 0,9-16 0,-1 0 0,-1-1 0,-1 0 0,11-39 0,-3 8 0,-6 21 0,24-59 0,-29 76 0,1 1 0,0 0 0,1 0 0,11-14 0,-14 22 0,0 1 0,0 0 0,0 0 0,1 0 0,-1 0 0,1 1 0,0 0 0,0 0 0,0 1 0,1-1 0,-1 1 0,0 1 0,1-1 0,10 0 0,-13 1 0,-1 1 0,1 0 0,0-1 0,-1 1 0,1 1 0,0-1 0,-1 0 0,1 1 0,0 0 0,-1 0 0,1 0 0,-1 0 0,1 1 0,-1-1 0,0 1 0,0 0 0,0 0 0,0 0 0,0 0 0,0 0 0,0 1 0,-1-1 0,1 1 0,-1 0 0,0 0 0,1 0 0,2 6 0,-2 1 0,1 0 0,-1 0 0,-1 1 0,0-1 0,1 18 0,-2 57 0,-1-57 0,-1 30-1365,0-8-5461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05.3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597 54 24575,'0'0'0,"0"0"0,0-1 0,-1 1 0,1 0 0,0 0 0,0 0 0,0 0 0,0-1 0,0 1 0,0 0 0,0 0 0,-1 0 0,1-1 0,0 1 0,0 0 0,0 0 0,0 0 0,0-1 0,0 1 0,0 0 0,0 0 0,0-1 0,0 1 0,0 0 0,0 0 0,0 0 0,0-1 0,1 1 0,-1 0 0,0 0 0,0 0 0,0-1 0,0 1 0,0 0 0,0 0 0,0 0 0,1 0 0,-1-1 0,0 1 0,0 0 0,0 0 0,0 0 0,1 0 0,-1 0 0,0 0 0,0-1 0,0 1 0,1 0 0,-1 0 0,0 0 0,0 0 0,0 0 0,1 0 0,-1 0 0,0 0 0,0 0 0,0 0 0,1 0 0,-1 0 0,0 0 0,0 0 0,0 0 0,1 0 0,-1 0 0,0 1 0,-14-12 0,0 4 0,0 2 0,-1 0 0,0 1 0,1 0 0,-1 1 0,-22-1 0,16 2 0,1 2 0,-1 0 0,0 1 0,-26 6 0,32-4 0,0 2 0,0 0 0,1 0 0,0 2 0,0-1 0,0 2 0,1 0 0,0 0 0,1 2 0,-18 15 0,-2 7 0,1 1 0,-34 49 0,60-75 0,0 0 0,0 0 0,0 1 0,1 0 0,-5 11 0,9-17 0,-1 0 0,0 0 0,1 0 0,-1 0 0,1 0 0,0 0 0,0 0 0,0 0 0,0 0 0,0 0 0,0 0 0,0 0 0,1 0 0,-1 0 0,1 0 0,-1 0 0,1 0 0,0 0 0,0 0 0,0 0 0,0-1 0,0 1 0,0 0 0,0-1 0,0 1 0,1-1 0,-1 1 0,1-1 0,2 2 0,1 0 0,1 0 0,0 0 0,1 0 0,-1-1 0,0 0 0,1 0 0,-1 0 0,1-1 0,0 0 0,0-1 0,7 1 0,8-1 0,1-1 0,22-4 0,-24 1 0,0-1 0,-1 0 0,0-2 0,0 0 0,0-1 0,-1-1 0,0-1 0,-1 0 0,0-2 0,16-13 0,-6 2 0,-2-1 0,-1-2 0,0 0 0,-2-2 0,20-32 0,-40 56 0,0-1 0,0 1 0,0-1 0,0 1 0,1 0 0,0 0 0,0 0 0,5-4 0,-9 8 0,1 0 0,-1 0 0,1 0 0,-1-1 0,0 1 0,1 0 0,-1 0 0,1 0 0,-1 0 0,1 0 0,-1 0 0,1 0 0,-1 0 0,1 0 0,-1 0 0,1 0 0,-1 0 0,1 0 0,-1 1 0,1-1 0,-1 0 0,0 0 0,1 0 0,-1 1 0,1-1 0,-1 0 0,0 1 0,1-1 0,-1 0 0,0 1 0,1-1 0,-1 0 0,0 1 0,1-1 0,-1 1 0,0-1 0,0 0 0,0 1 0,1-1 0,-1 1 0,0-1 0,0 1 0,0-1 0,0 1 0,0-1 0,0 1 0,0-1 0,0 1 0,4 30 0,-4-28 0,-3 285 0,1-253 0,-1 0 0,-13 54 0,12-72 0,-1 0 0,-1 0 0,-1-1 0,0 0 0,-1 0 0,-1 0 0,-11 15 0,1-6 0,0 0 0,-35 32 0,47-51 0,0 0 0,-1 0 0,1 0 0,-1-1 0,0 0 0,-1-1 0,1 0 0,-1 0 0,0 0 0,0-1 0,0-1 0,-18 3 0,-10-3-177,-43-5 0,57 2-834,-8 0-5815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07.2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547 1 24575,'-5'0'0,"1"1"0,-1-1 0,1 1 0,-1 0 0,1 1 0,-1-1 0,1 1 0,0 0 0,-7 3 0,-35 27 0,31-21 0,-14 13 0,0 1 0,1 1 0,1 1 0,2 1 0,-30 44 0,26-29 0,2 2 0,1 1 0,-25 66 0,35-64 0,-20 93 0,14-45 0,15-70 0,-16 73 0,21-89 0,1 0 0,0 0 0,1 1 0,0-1 0,0 1 0,1-1 0,3 13 0,5 0-1365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08.5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497 23 24575,'-13'-5'0,"0"1"0,-1 0 0,1 1 0,0 1 0,-1 0 0,0 0 0,0 2 0,1 0 0,-1 0 0,-18 3 0,22-1 0,-1-1 0,1 2 0,0-1 0,0 1 0,0 1 0,-15 7 0,21-9 0,1 0 0,-1 1 0,1-1 0,0 1 0,0-1 0,0 1 0,1 0 0,-1 0 0,0 0 0,1 1 0,0-1 0,0 0 0,0 1 0,0 0 0,1-1 0,-1 1 0,1 0 0,0 0 0,0 0 0,0 5 0,-1 7 0,1 0 0,1 1 0,1-1 0,0 1 0,1-1 0,1 0 0,0 0 0,9 23 0,-1-9 0,2-1 0,1 0 0,25 38 0,-32-57 0,-2-2 0,1 0 0,-1 1 0,-1 0 0,5 11 0,-9-19 0,1 1 0,0 0 0,-1 0 0,0-1 0,1 1 0,-1 0 0,0 0 0,0 0 0,0 0 0,0 0 0,0-1 0,0 1 0,-1 0 0,1 0 0,0 0 0,-1 0 0,0-1 0,1 1 0,-1 0 0,0-1 0,0 1 0,0 0 0,0-1 0,0 1 0,0-1 0,-1 0 0,1 1 0,-2 1 0,-7 3 0,0 0 0,0 0 0,0-1 0,0-1 0,-1 0 0,1 0 0,-1-1 0,0 0 0,-1-1 0,1 0 0,-13 0 0,8-1 0,-1-1 0,1-1 0,-1 0 0,1-1 0,-1-1 0,1-1 0,-16-5 0,3-4-1365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09.9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107 0 24575,'-4'1'0,"1"-1"0,0 1 0,0-1 0,-1 1 0,1 0 0,0 1 0,0-1 0,0 0 0,0 1 0,0 0 0,0-1 0,1 1 0,-1 0 0,1 1 0,-1-1 0,1 0 0,0 1 0,0-1 0,0 1 0,-3 4 0,0 2 0,0 0 0,0 0 0,1 0 0,0 1 0,-3 12 0,2-3 0,1-1 0,2 0 0,-1 1 0,2 0 0,1-1 0,0 1 0,1 0 0,1-1 0,1 1 0,1-1 0,0 0 0,1 0 0,1 0 0,15 31 0,-18-45 0,0 1 0,0-1 0,0 0 0,1 0 0,0 0 0,-1 0 0,1-1 0,1 1 0,-1-1 0,0 0 0,1 0 0,-1-1 0,1 1 0,0-1 0,0 0 0,0 0 0,0-1 0,0 1 0,1-1 0,-1 0 0,0-1 0,1 1 0,-1-1 0,6-1 0,-3 1 0,1-1 0,0-1 0,-1 0 0,1 0 0,0-1 0,-1 1 0,0-2 0,0 1 0,0-1 0,0-1 0,-1 1 0,0-1 0,14-12 0,-4 1 0,-1-1 0,-1-1 0,23-31 0,-34 43 0,-1 1 0,1-1 0,-1 0 0,0 0 0,-1 0 0,1-1 0,-1 1 0,-1 0 0,1-1 0,-1 0 0,0 1 0,-1-1 0,1 0 0,-1 1 0,0-1 0,-1 0 0,-2-10 0,2 14 3,0 0-1,0 0 0,-1 1 1,1-1-1,-1 1 1,1-1-1,-1 1 0,0-1 1,0 1-1,0 0 1,0 0-1,-1 0 0,1 0 1,-4-2-1,-4-2-58,0 1 0,-18-6 0,1-1-1177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11.1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1 101 24575,'0'398'0,"-1"-390"0,2 0 0,-1 0 0,4 14 0,-4-22 0,0 0 0,0 0 0,0 1 0,0-1 0,0 0 0,0 0 0,0 0 0,0 1 0,0-1 0,0 0 0,0 0 0,0 0 0,0 1 0,0-1 0,0 0 0,0 0 0,0 0 0,0 1 0,1-1 0,-1 0 0,0 0 0,0 0 0,0 0 0,0 0 0,0 1 0,0-1 0,1 0 0,-1 0 0,0 0 0,0 0 0,0 0 0,0 0 0,1 0 0,-1 0 0,0 1 0,0-1 0,0 0 0,1 0 0,-1 0 0,0 0 0,0 0 0,0 0 0,1 0 0,-1 0 0,4-10 0,2-20 0,1-67 0,-1 9 0,26-132 0,-30 214 6,0 1 0,0-1-1,0 1 1,0-1 0,1 1-1,0 0 1,0 0 0,0 0 0,1 1-1,0-1 1,0 1 0,0 0-1,0 0 1,1 0 0,-1 1-1,1-1 1,0 1 0,0 0 0,0 1-1,6-3 1,-4 2-93,-1 1-1,1 0 1,-1 0 0,1 1-1,0 0 1,-1 0 0,1 1-1,0 0 1,0 0-1,0 0 1,-1 1 0,1 0-1,0 0 1,0 1 0,-1 0-1,12 4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11.9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328 0 24575,'-2'34'0,"-1"0"0,-2 0 0,-10 35 0,5-20 0,-24 89 0,-6-1 0,-92 213 0,113-307-119,-29 75 370,43-103-501,1 0 1,0 1-1,1-1 1,1 1-1,-1 28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13.1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24575,'25'1'0,"-1"1"0,0 1 0,29 8 0,69 24 0,-83-23 0,-7-1 0,0-2 0,40 7 0,-8-6 0,0-3 0,0-3 0,68-5 0,-78-4-1365,-9-1-5461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14.0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324 0 24575,'33'74'0,"36"125"0,-25-67 0,-41-124 0,51 159 0,-47-138 0,-1 1 0,-2-1 0,2 59 0,-7-25 0,-2-1 0,-4 0 0,-2 0 0,-3 0 0,-2-2 0,-35 94 0,44-142 0,-1 0 0,0-1 0,0 1 0,-1-1 0,-1-1 0,0 1 0,0-1 0,-1-1 0,0 1 0,-11 7 0,0-2 0,-1-2 0,0 0 0,-1-1 0,-28 11 0,-132 47-1365,136-54-5461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5:01.7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24575,'20'646'0,"-19"-630"0,4 61 0,4-1 0,29 121 0,-26-155 0,92 369 0,-89-333 0,5 22 0,-4 1 0,3 122 0,-19-105-1365,0-69-5461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1:09.5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259 0 24575,'0'621'0,"-1"-605"0,-1 0 0,-1 0 0,-1-1 0,0 1 0,-1-1 0,-1 0 0,0 0 0,-1-1 0,-15 24 0,10-16 0,1-1 0,1 2 0,-9 25 0,-58 183 0,62-187 0,1 0 0,2 1 0,2 1 0,2 0 0,2 0 0,3 1 0,2 69 0,1-77-1365,1-4-5461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1:11.1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1 133 24575,'131'-5'0,"-113"3"0,0-1 0,0-1 0,0-1 0,0-1 0,18-8 0,25-16 0,-30 15 0,49-19 0,-69 30 0,-1 1 0,1 1 0,-1 0 0,1 0 0,0 1 0,0 0 0,0 1 0,0 0 0,11 3 0,-13-1 0,0 0 0,-1 1 0,1 0 0,-1 1 0,0 0 0,0 0 0,0 0 0,10 9 0,56 50 0,-53-44 0,79 80 100,-46-43-1565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1:12.4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24575,'0'6'0,"0"34"0,6 27 0,6 23 0,8 20 0,5 6 0,-1-11 0,-6-11 0,-4-18 0,-6-15 0,2-14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1:13.3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24575,'0'11'0,"0"25"0,0 18 0,5 22 0,8 14 0,1 7 0,4 5 0,4-4 0,5-9 0,-4-7 0,-4-19-8191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1:14.8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65 24575,'0'-2'0,"0"0"0,0 0 0,0-1 0,1 1 0,-1 0 0,1 0 0,0 0 0,-1 0 0,1 0 0,0 0 0,0 0 0,0 0 0,0 1 0,1-1 0,-1 0 0,0 0 0,1 1 0,-1-1 0,4-1 0,-1 0 0,0 0 0,0 1 0,1 0 0,-1 0 0,1 0 0,0 0 0,-1 1 0,8-2 0,0 1 0,1 1 0,-1 0 0,1 0 0,-1 2 0,0-1 0,17 4 0,-18-1 0,0 0 0,0 0 0,-1 1 0,1 1 0,-1 0 0,0 0 0,11 8 0,0 3 0,36 35 0,-29-26 0,-17-16 0,0 1 0,-1 1 0,0 0 0,0 0 0,-1 1 0,10 17 0,-7-5 0,-1 0 0,-1 1 0,-1 0 0,-1 1 0,7 39 0,-6-17 0,-1-6 0,6 84 0,-14-112 0,0 0 0,-1 0 0,-1 0 0,0 0 0,-1 0 0,0-1 0,-1 1 0,-1-1 0,0 0 0,-7 13 0,2-7-105,0-2 0,-2 1 0,1-2 0,-2 1 0,0-2 0,-1 0 0,-1 0 0,0-1 0,-1-1 0,-1-1 0,1 0 0,-26 12 0,9-9-6721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1:17.1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24575,'6'16'0,"7"45"0,12 59 0,13 66 0,17 66 0,3 55-2283,-1 31 2283,-1 13 0,-3-16 0,-11-37 0,-13-48 0,-11-49 213,-9-54-213,0-41 0,-2-32 0,3-30 0,6-17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1:18.8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1 611 24575,'0'-88'0,"3"-1"0,15-91 0,-14 159 0,-1-3 0,1 2 0,1-1 0,2 0 0,0 1 0,10-22 0,-15 39 0,1 0 0,0 0 0,0 0 0,0 1 0,1 0 0,-1-1 0,1 1 0,0 0 0,0 1 0,0-1 0,1 1 0,-1 0 0,1 0 0,0 0 0,0 1 0,0-1 0,0 1 0,0 0 0,1 1 0,-1-1 0,1 1 0,-1 0 0,1 1 0,-1-1 0,1 1 0,9 1 0,-4 0 0,0 1 0,1 0 0,-1 1 0,0 0 0,0 1 0,-1 0 0,1 0 0,16 11 0,7 7 0,36 30 0,-8-5 0,-28-25-455,0-1 0,63 27 0,-46-27-6371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02.1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24575,'0'5'0,"0"30"0,0 36 0,0 44 0,0 40 0,0 17 0,0 0 0,0-18 0,0-30 0,0-30 0,0-31-8191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02.9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24575,'5'0'0,"12"0"0,-1 0 0,1 1 0,16 4 0,-26-4 0,-1 1 0,1 0 0,-1 1 0,0 0 0,0 0 0,0 0 0,0 0 0,0 1 0,-1 0 0,9 8 0,5 7 0,-1 2 0,-1 0 0,-1 0 0,26 47 0,42 105 0,-70-143 0,70 167 0,30 65 0,-111-255 0,1 1 0,0 1 0,0-1 0,1 1 0,0-1 0,1-1 0,9 12 0,-15-19 0,1 0 0,-1 1 0,0-1 0,1 0 0,-1 1 0,0-1 0,1 0 0,-1 0 0,0 1 0,1-1 0,-1 0 0,0 0 0,1 0 0,-1 1 0,1-1 0,-1 0 0,0 0 0,1 0 0,-1 0 0,1 0 0,-1 0 0,1 0 0,-1 0 0,0 0 0,1 0 0,-1 0 0,1 0 0,-1 0 0,1-1 0,-1 1 0,0 0 0,1 0 0,-1 0 0,1 0 0,-1-1 0,0 1 0,1 0 0,-1-1 0,0 1 0,0 0 0,1 0 0,-1-1 0,0 1 0,1 0 0,-1-1 0,0 1 0,0-1 0,0 1 0,1 0 0,-1-1 0,0 0 0,6-28 0,-6 29 0,8-99 0,-7-140 0,-3 132 0,0-130-1365,1 152-5461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04.4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849 292 24575,'-4'0'0,"1"-1"0,-1 0 0,0-1 0,1 1 0,-1-1 0,1 0 0,0 1 0,-1-1 0,1-1 0,0 1 0,0 0 0,0-1 0,-2-3 0,-17-11 0,-100-76 0,94 69 0,-1 0 0,-2 2 0,-58-32 0,78 49 0,0 0 0,0 1 0,0 0 0,-1 1 0,1 1 0,-1-1 0,0 2 0,0 0 0,1 0 0,-1 1 0,-21 2 0,23 0 0,1 0 0,0 1 0,-1 0 0,1 1 0,0-1 0,1 2 0,-1-1 0,1 1 0,0 1 0,0-1 0,0 1 0,1 1 0,0 0 0,-10 12 0,-10 15 0,1 1 0,3 1 0,0 1 0,3 1 0,-24 60 0,40-88 0,0 0 0,1 0 0,0 0 0,1 0 0,0 1 0,1-1 0,0 1 0,1 0 0,0-1 0,0 1 0,1-1 0,1 1 0,-1-1 0,2 1 0,0-1 0,0 0 0,0 0 0,2 0 0,-1 0 0,1-1 0,0 0 0,1 0 0,0 0 0,1-1 0,0 0 0,0 0 0,13 11 0,-15-15 0,1 0 0,0-1 0,0 0 0,0 0 0,0 0 0,0-1 0,1 1 0,-1-1 0,1-1 0,0 0 0,-1 1 0,1-2 0,0 1 0,-1-1 0,1 0 0,0-1 0,0 1 0,-1-1 0,1-1 0,0 1 0,-1-1 0,11-5 0,8-3 0,-2-1 0,0-1 0,0-1 0,31-24 0,-17 8 0,-2-3 0,0 0 0,-2-3 0,-2 0 0,51-76 0,-77 103 0,27-34 0,-30 40 0,-1 0 0,1 0 0,0 1 0,0-1 0,-1 0 0,1 1 0,1 0 0,-1-1 0,0 1 0,0 0 0,0 0 0,1 0 0,-1 0 0,0 1 0,1-1 0,3 0 0,-5 1 0,0 0 0,0 0 0,0 1 0,0-1 0,0 0 0,0 1 0,-1-1 0,1 1 0,0-1 0,0 1 0,0-1 0,-1 1 0,1-1 0,0 1 0,-1 0 0,1-1 0,0 1 0,-1 0 0,1 0 0,-1-1 0,1 1 0,-1 0 0,0 0 0,1 0 0,-1 0 0,1 1 0,5 30 0,-5-26 0,8 241 0,-5-71 0,30 158-1365,-25-266-5461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05.7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24575,'0'564'0,"1"-612"0,2-1 0,2 1 0,3 0 0,26-90 0,-31 128 0,1 0 0,0 0 0,1 0 0,0 1 0,1-1 0,0 1 0,0 1 0,12-12 0,-16 17 0,1 0 0,0 0 0,0 1 0,0-1 0,0 1 0,1 0 0,-1 0 0,1 0 0,-1 1 0,1-1 0,0 1 0,-1 0 0,1 0 0,0 0 0,0 0 0,0 1 0,0-1 0,0 1 0,0 0 0,0 0 0,0 1 0,-1-1 0,1 1 0,0 0 0,0 0 0,4 2 0,-3-1 0,-1 1 0,0 0 0,1 0 0,-1 0 0,0 0 0,0 1 0,-1 0 0,1-1 0,-1 1 0,0 1 0,0-1 0,0 0 0,-1 1 0,4 6 0,2 8 0,0 1 0,5 23 0,-4-7 0,-2 0 0,5 73 0,-9 76 0,-3-59 0,4-75 0,1-38 0,-1-17 0,5-25 0,-8 25 0,40-186 0,22-78 0,-51 222 0,-8 28 0,1 0 0,0 1 0,2 0 0,0 0 0,0 0 0,12-17 0,-18 32 0,0 0 0,1 0 0,-1 0 0,0 0 0,1 0 0,-1 1 0,1-1 0,-1 0 0,1 1 0,0-1 0,0 1 0,0 0 0,0 0 0,0-1 0,0 1 0,0 0 0,0 1 0,0-1 0,0 0 0,1 1 0,-1-1 0,0 1 0,0 0 0,1 0 0,-1-1 0,0 2 0,1-1 0,-1 0 0,0 0 0,0 1 0,1-1 0,-1 1 0,0 0 0,0-1 0,0 1 0,0 0 0,0 1 0,0-1 0,0 0 0,0 0 0,0 1 0,0-1 0,-1 1 0,1 0 0,1 2 0,7 7 0,0 1 0,0 0 0,-2 1 0,1 0 0,9 21 0,5 21-4,-2 1-1,25 101 1,-18-51-1348,-10-49-5474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07.0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12 586 24575,'8'0'0,"47"1"0,88-12 0,-125 8 0,-1 0 0,0-2 0,0 0 0,0 0 0,-1-2 0,0 0 0,0-1 0,0-1 0,15-11 0,-19 11 0,-1 0 0,0 0 0,-1-1 0,0-1 0,-1 1 0,0-2 0,0 1 0,-1-1 0,-1-1 0,0 1 0,0-1 0,-2 0 0,1-1 0,-2 0 0,0 1 0,0-1 0,-2-1 0,1 1 0,-2 0 0,0-1 0,-1 1 0,-1-19 0,0 16 0,1 2 0,-1-1 0,0 1 0,-1 0 0,-1 1 0,-7-25 0,8 35 0,0 0 0,0 0 0,0 0 0,0 1 0,-1-1 0,1 0 0,-1 1 0,0 0 0,0 0 0,-1 0 0,1 0 0,0 0 0,-1 1 0,0-1 0,0 1 0,1 0 0,-1 0 0,0 1 0,-1-1 0,1 1 0,0 0 0,0 0 0,-1 0 0,-5 0 0,-12-1 0,-1 0 0,1 2 0,-1 0 0,1 2 0,-1 0 0,1 2 0,0 0 0,0 2 0,0 0 0,-24 11 0,36-12 0,0-1 0,0 1 0,1 1 0,0 0 0,0 0 0,0 1 0,1 0 0,-1 0 0,2 1 0,-1 0 0,1 0 0,1 1 0,-1 0 0,1 0 0,1 1 0,0 0 0,0 0 0,1 0 0,0 0 0,1 1 0,0-1 0,-2 21 0,1 39 0,10 116 0,-1-56 0,-5-52 0,3 60 0,-3-133 0,0-1 0,1 1 0,0 0 0,0-1 0,1 1 0,-1-1 0,1 1 0,0-1 0,0 0 0,0 0 0,1 0 0,0 0 0,-1 0 0,1 0 0,1-1 0,3 4 0,-1-2 0,0 0 0,1-1 0,0 0 0,0 0 0,0 0 0,1-1 0,-1 0 0,15 3 0,8 0 0,0-2 0,0-1 0,58-2 0,-87-1 0,382-5-1365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08.8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0 405 24575,'145'56'0,"-45"-16"0,803 287-2193,-424-156 1943,151 89 557,-530-224 3,-69-27 477,48 23 0,11 20-535,-73-43-252,-17-9 0,0 0 0,0 0 0,0 0 0,0 0 0,0 0 0,1 0 0,-1 0 0,0 0 0,0 0 0,0 0 0,0 0 0,0 0 0,1 0 0,-1 0 0,0 0 0,0 0 0,0 0 0,0 0 0,0 0 0,0 0 0,1 0 0,-1 0 0,0 0 0,0 0 0,0 0 0,0 0 0,0-1 0,0 1 0,0 0 0,1 0 0,-1 0 0,0 0 0,0 0 0,0 0 0,0 0 0,0 0 0,0-1 0,0 1 0,0 0 0,0 0 0,0 0 0,0 0 0,0 0 0,0 0 0,0-1 0,0 1 0,0 0 0,1 0 0,-2 0 0,-10-28 0,4 15 0,-124-259 0,-67-133 0,128 257 0,42 85 0,-43-72 0,-110-145-1365,152 231-5461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10.0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24575,'0'12'0,"5"19"0,14 26 0,24 37 0,27 41 0,19 35 0,15 32 0,12 32-1127,9 25 1127,-1 6 0,-6-8 0,-11-27 0,-18-35 0,-25-52-7064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12.9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426 69 24575,'-22'21'0,"-2"-1"0,-37 24 0,-8 6 0,34-21 0,-62 67 0,81-77 0,0 2 0,1 0 0,1 0 0,1 1 0,-11 25 0,20-38 0,1 0 0,0 0 0,0 0 0,1 0 0,0 1 0,1-1 0,0 1 0,1 0 0,-1-1 0,2 1 0,0-1 0,0 1 0,0-1 0,1 1 0,1-1 0,0 0 0,7 17 0,-6-19 0,0 1 0,1-1 0,0 0 0,0 0 0,1 0 0,0 0 0,0-1 0,1 0 0,0-1 0,0 1 0,0-1 0,0-1 0,1 1 0,0-1 0,0-1 0,0 1 0,0-1 0,1-1 0,13 3 0,10 1 0,1-2 0,0-1 0,48-3 0,-65 0 0,-1-1 0,1-1 0,-1-1 0,0 0 0,0-1 0,0-1 0,0 0 0,-1-1 0,21-11 0,-28 11 0,0 0 0,0 0 0,0 0 0,-1-1 0,0 0 0,-1 0 0,1 0 0,-1-1 0,-1 0 0,1 0 0,5-17 0,1-4 0,-2-1 0,7-36 0,-8 7 0,-2 0 0,-2-1 0,-3 1 0,-3-1 0,-2 1 0,-13-61 0,8 83-1365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13.4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586 1 24575,'-5'16'0,"-8"11"0,-1 12 0,-10 16 0,-6 14 0,-3 7 0,-1 7 0,-7 11 0,-6 11 0,-1 5 0,-4 5 0,2 5 0,4 4 0,5-3 0,-3-16 0,8-15 0,8-24-8191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13.8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24575,'5'0'0,"24"0"0,34 0 0,34 0 0,22 0 0,8 0 0,-8 0 0,-12 0 0,-25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15.4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591 1 24575,'-22'38'0,"2"1"0,2 0 0,-22 70 0,9-25 0,-147 331 0,-78 216 0,249-609 0,4-14 0,0-1 0,0 1 0,0 0 0,1 1 0,1-1 0,-1 0 0,1 0 0,1 1 0,0-1 0,0 11 0,1-18 0,-1 0 0,1 0 0,-1 0 0,1 0 0,-1-1 0,1 1 0,-1 0 0,1 0 0,0-1 0,-1 1 0,1 0 0,0-1 0,-1 1 0,1-1 0,0 1 0,0-1 0,0 1 0,0-1 0,-1 0 0,1 1 0,0-1 0,0 0 0,0 0 0,0 0 0,0 0 0,0 0 0,0 1 0,0-2 0,0 1 0,0 0 0,0 0 0,-1 0 0,1 0 0,0-1 0,0 1 0,0 0 0,1-1 0,36-17 0,0-9 0,-1-1 0,-2-1 0,0-3 0,47-55 0,-48 48 0,1 3 0,2 1 0,61-45 0,-93 76 0,1 1 0,-1 0 0,1 0 0,0 0 0,0 0 0,0 1 0,0 0 0,0 0 0,0 1 0,0 0 0,9-1 0,-13 2 0,0 0 0,0 0 0,0 1 0,0-1 0,0 1 0,-1-1 0,1 1 0,0-1 0,0 1 0,0 0 0,0 0 0,-1 0 0,1 0 0,-1 1 0,3 1 0,-2-1 0,0 1 0,0 0 0,0-1 0,0 1 0,0 0 0,-1 0 0,0 0 0,1 0 0,-1 1 0,-1-1 0,2 6 0,2 22 0,-2 1 0,-1-1 0,-5 53 0,0 7 0,4-87 0,0-1 0,0 1 0,0 0 0,1 0 0,-1-1 0,1 1 0,0 0 0,0-1 0,0 1 0,1-1 0,-1 1 0,1-1 0,0 0 0,3 5 0,-2-5 0,1 0 0,0 0 0,0 0 0,0 0 0,0 0 0,0-1 0,0 0 0,1 0 0,-1 0 0,8 2 0,27 9 0,77 16 0,-101-27 0,0 0 0,0-1 0,1-1 0,-1 0 0,0-1 0,0 0 0,0-1 0,24-7 0,-20 3 0,0-1 0,0-1 0,-1-1 0,0 0 0,0-1 0,-1-1 0,28-24 0,-37 29 0,-1-2 0,0 1 0,0-1 0,-1 0 0,0-1 0,0 1 0,-1-1 0,0 0 0,0-1 0,-1 1 0,-1-1 0,1 0 0,-2 0 0,1 0 0,-1 0 0,-1 0 0,1-12 0,-2 4 0,-1 0 0,-1 0 0,-1 1 0,-8-31 0,8 38 0,0 1 0,0-1 0,-1 1 0,0 0 0,-1 0 0,0 1 0,0-1 0,-1 1 0,0 0 0,-9-8 0,12 13 0,-1 0 0,-1 0 0,1 0 0,0 1 0,0 0 0,-1 0 0,0 0 0,1 1 0,-1-1 0,0 1 0,1 0 0,-1 1 0,0-1 0,0 1 0,0 0 0,0 0 0,0 0 0,0 1 0,0-1 0,1 1 0,-1 1 0,0-1 0,1 1 0,-1-1 0,1 1 0,-6 3 0,-4 3 0,0 0 0,0 1 0,1 0 0,0 2 0,0-1 0,-18 21 0,18-16 0,1 0 0,1 1 0,0 0 0,1 1 0,1 0 0,1 0 0,0 1 0,1 0 0,1 1 0,1 0 0,0 0 0,2 0 0,0 0 0,0 27 0,3-19 0,1 0 0,1 0 0,2 0 0,0-1 0,2 1 0,1-1 0,1 0 0,1-1 0,23 43 0,-22-47 0,2 0 0,1-1 0,1-1 0,0 0 0,1-1 0,22 20 0,-26-29 0,0 0 0,0-1 0,1 0 0,0-1 0,1 0 0,-1-1 0,1 0 0,1-1 0,-1-1 0,1 0 0,22 3 0,-18-4 0,1-2 0,0 0 0,0-1 0,-1-1 0,1-1 0,0-1 0,-1 0 0,1-1 0,-1-1 0,-1-1 0,1-1 0,-1 0 0,0-1 0,0-1 0,24-17 0,-16 7 0,-1 0 0,-1-2 0,-1-1 0,-1-1 0,-1-1 0,0 0 0,-2-2 0,24-45 0,-33 56 0,13-26 0,17-45 0,-34 74 0,0 0 0,-2-1 0,0 1 0,0-1 0,-1 0 0,0 0 0,-1 0 0,-1-21 0,-6 9-1365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16.0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33 322 24575,'-2'59'0,"-13"69"0,8-85 0,2 2 0,2-1 0,3 55 0,0-98 0,0-1 0,0 1 0,0-1 0,0 1 0,-1-1 0,1 1 0,0-1 0,0 1 0,0-1 0,1 1 0,-1-1 0,0 1 0,0-1 0,0 1 0,0-1 0,0 0 0,0 1 0,1-1 0,-1 1 0,0-1 0,0 1 0,1-1 0,-1 0 0,0 1 0,1-1 0,-1 0 0,0 1 0,1-1 0,-1 0 0,1 1 0,-1-1 0,0 0 0,1 0 0,-1 0 0,1 1 0,-1-1 0,1 0 0,1-1 0,-1 0 0,0 0 0,1 0 0,-1 0 0,0 0 0,1 0 0,-1 0 0,0-1 0,0 1 0,0-1 0,1-2 0,20-33 0,-2-1 0,17-48 0,-3 8 0,85-157 0,-94 192 0,3 0 0,1 2 0,43-46 0,-68 82 0,1 0 0,-1 1 0,1 0 0,0 0 0,1 0 0,-1 0 0,1 1 0,-1 0 0,1 0 0,0 1 0,0-1 0,13-2 0,-16 5 0,0 0 0,0 0 0,0 0 0,0 0 0,0 0 0,0 1 0,0-1 0,0 1 0,0 0 0,0 0 0,0 0 0,-1 0 0,1 1 0,0-1 0,-1 1 0,1 0 0,-1-1 0,1 1 0,-1 0 0,0 0 0,0 1 0,0-1 0,0 0 0,0 1 0,-1-1 0,1 1 0,-1 0 0,1-1 0,0 4 0,2 5-170,0 0-1,-1 0 0,0 0 1,-1 0-1,0 0 0,-1 0 1,0 16-1,-1 5-6655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16.7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809 1 24575,'-22'1'0,"0"1"0,1 1 0,-1 1 0,1 0 0,0 2 0,0 1 0,1 0 0,0 2 0,0 0 0,-22 15 0,20-10 0,0 1 0,1 0 0,1 2 0,0 1 0,1 0 0,1 1 0,1 1 0,-15 24 0,25-33 0,1 1 0,0 0 0,0 0 0,1 0 0,1 1 0,0 0 0,1 0 0,-2 18 0,1 9 0,3 58 0,2-60 0,-7 62 0,5-94 0,0-1 0,0 0 0,0 0 0,-1 1 0,1-1 0,-1 0 0,-1 0 0,1-1 0,-1 1 0,1 0 0,-1-1 0,-1 0 0,1 1 0,-7 5 0,6-7 0,1-1 0,-1 0 0,0 0 0,1 0 0,-1 0 0,0 0 0,-1-1 0,1 1 0,0-1 0,0 0 0,0-1 0,-1 1 0,1-1 0,0 0 0,-1 0 0,1 0 0,0 0 0,-7-2 0,-11-4-1,1 0 1,-38-16-1,18 6-1362,-2 0-5463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17.9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24575,'11'11'0,"31"37"0,52 53 0,59 54 0,64 44 0,55 48-3046,41 32 3046,28 22 0,5 10-2238,-18 7 2238,-32-19 0,-50-26-1678,-45-33 1678,-45-41-682,-50-43 682,-37-43 1647,-31-40-3841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19.5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1 745 24575,'0'-625'0,"-1"612"0,4-34 0,-3 45 0,1 0 0,0-1 0,-1 1 0,1 0 0,0 0 0,0 0 0,0 0 0,1-1 0,-1 2 0,0-1 0,1 0 0,-1 0 0,1 0 0,0 1 0,0-1 0,-1 1 0,5-3 0,6-1 0,-1 1 0,1 1 0,0 0 0,0 0 0,0 1 0,0 1 0,23 0 0,-26 0 0,122 1 0,237 31 0,-169-9 0,-85-13-1365,-25-2-5461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21.4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616 188 24575,'-67'-79'0,"58"71"0,-11-10 0,-35-26 0,47 39 0,0 0 0,0 1 0,0 0 0,-1 0 0,0 1 0,1 0 0,-1 1 0,-17-4 0,2 5 0,0 0 0,0 1 0,-1 2 0,1 0 0,0 2 0,1 0 0,-1 2 0,1 0 0,0 2 0,-30 14 0,48-20 0,0 1 0,0 0 0,0 0 0,0 0 0,0 0 0,1 1 0,-1 0 0,1 0 0,0 0 0,0 1 0,1-1 0,-1 1 0,1 0 0,0 0 0,0 0 0,1 0 0,0 1 0,-1-1 0,2 1 0,-2 6 0,2-3 0,0-1 0,1 1 0,0-1 0,0 1 0,1-1 0,0 1 0,1-1 0,0 0 0,0 1 0,1-1 0,0 0 0,0-1 0,6 10 0,14 20 0,1-2 0,1 0 0,41 41 0,5 6 0,-36-43 0,-27-31 0,0 0 0,0 0 0,-1 1 0,0 0 0,-1 0 0,0 0 0,0 1 0,6 15 0,-12-8-1365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22.1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488 0 24575,'-5'0'0,"-8"0"0,-7 0 0,-10 0 0,-18 6 0,-5 1 0,1 0 0,3-2 0,5-1 0,4-1 0,4-2 0,3-1 0,0 0 0,2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23.9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223 3 24575,'-38'-1'0,"20"0"0,0 0 0,0 2 0,-24 3 0,38-4 0,0 1 0,0 0 0,0 0 0,0 0 0,0 1 0,1-1 0,-1 1 0,0 0 0,1 0 0,0 0 0,-1 1 0,1-1 0,0 1 0,0 0 0,0-1 0,1 1 0,-1 1 0,1-1 0,-1 0 0,-1 5 0,1 0 0,0 0 0,0 1 0,1-1 0,0 1 0,0 0 0,1-1 0,0 1 0,1 0 0,0 0 0,0 0 0,1 0 0,0 0 0,0-1 0,1 1 0,1 0 0,-1-1 0,1 1 0,1-1 0,-1 0 0,1 0 0,1 0 0,0-1 0,0 0 0,0 0 0,1 0 0,0 0 0,12 10 0,9 2 0,0-1 0,2-1 0,0-1 0,0-1 0,40 12 0,-62-25 0,0 0 0,1 0 0,-1-1 0,0 0 0,1 0 0,-1-1 0,1 0 0,-1-1 0,1 1 0,-1-1 0,0-1 0,1 1 0,9-5 0,-13 5 0,0-1 0,0 0 0,0 0 0,0-1 0,0 1 0,-1-1 0,1 1 0,-1-1 0,0 0 0,0-1 0,0 1 0,0 0 0,-1-1 0,1 0 0,-1 1 0,0-1 0,0 0 0,0 0 0,0 0 0,-1-1 0,0 1 0,0 0 0,1-8 0,-2 9 3,0 1-1,0-1 1,0 0-1,-1 1 0,1-1 1,-1 0-1,0 1 1,1-1-1,-1 1 0,0-1 1,-1 1-1,1 0 1,0-1-1,-1 1 1,1 0-1,-1 0 0,0 0 1,0 0-1,1 0 1,-4-2-1,-6-4-99,0 0 1,-22-13-1,10 8-1029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25.0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0 123 24575,'4'0'0,"-1"-1"0,0 1 0,0 0 0,1 0 0,-1 1 0,0-1 0,0 0 0,0 1 0,1 0 0,-1 0 0,0 0 0,0 0 0,0 1 0,0-1 0,-1 1 0,1 0 0,0-1 0,0 1 0,-1 1 0,0-1 0,1 0 0,-1 0 0,0 1 0,0-1 0,0 1 0,0 0 0,-1 0 0,2 3 0,6 14 0,0 1 0,-2 1 0,-1-1 0,0 1 0,-2 0 0,-1 0 0,1 24 0,4 16 0,-4-36 0,7 45 0,24 86 0,-32-152 0,-1-6 0,1-15 0,-1-25 0,-3-78 0,1-58 0,1 167 0,1-1 0,0 0 0,0 0 0,1 1 0,1 0 0,0-1 0,0 1 0,1 0 0,0 1 0,1 0 0,11-16 0,6-2 0,2 0 0,29-25 0,-50 48 0,9-7-273,0 0 0,1 0 0,1 1 0,20-11 0,7 3-6553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25.7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24575,'0'1744'-1365,"0"-1712"-5461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26.4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34 24575,'6'-5'0,"6"-2"0,8 0 0,5 1 0,5 2 0,2 2 0,0 0 0,2 2 0,-1 0 0,12 0 0,2 6 0,0 1 0,2 0 0,-2-1 0,-2-2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27.0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24575,'5'0'0,"3"11"0,-2 15 0,0 8 0,-2 9 0,-2 3 0,0-1 0,-2-3 0,0-2 0,0-4 0,0-1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27.5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28.9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34 176 24575,'-3'3'0,"1"1"0,0-1 0,0 1 0,1-1 0,-1 1 0,1 0 0,-1-1 0,1 1 0,1 0 0,-1 0 0,0 0 0,1 0 0,0 4 0,-1 2 0,-14 397 0,16-351 0,-1-39 0,0-36 0,0-83 0,3-130 0,0 193 0,2 1 0,1-1 0,22-71 0,-25 101 0,0 0 0,1 0 0,1 0 0,-1 0 0,1 1 0,1-1 0,-1 1 0,1 1 0,13-14 0,-13 17 0,0-1 0,0 1 0,1 0 0,-1 0 0,1 0 0,0 1 0,0 0 0,0 1 0,0 0 0,0 0 0,1 0 0,-1 1 0,10-1 0,-1 1 0,0 0 0,0 0 0,0 2 0,-1 0 0,24 5 0,-33-5 0,-1 1 0,0 0 0,1 0 0,-1 0 0,0 1 0,0-1 0,-1 1 0,1 1 0,0-1 0,-1 0 0,0 1 0,0 0 0,0 0 0,0 0 0,-1 1 0,0-1 0,1 1 0,2 7 0,4 10 0,-2 1 0,-1-1 0,0 2 0,5 35 0,4 17 0,-11-57-114,8 27-511,7 59-1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30.3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548 0 24575,'-20'0'0,"1"1"0,-1 1 0,1 0 0,-1 2 0,1 0 0,0 1 0,1 1 0,-1 1 0,1 1 0,-30 16 0,-16 17 0,-82 69 0,138-103 0,0 1 0,1 0 0,-1 0 0,2 1 0,-1 0 0,1 0 0,1 1 0,-1-1 0,2 1 0,-1 0 0,-4 17 0,4-8 0,0 1 0,2-1 0,0 1 0,1 0 0,1 29 0,1-45 0,0 0 0,0 0 0,0 0 0,1 0 0,-1-1 0,1 1 0,0 0 0,0 0 0,1-1 0,-1 1 0,1-1 0,0 1 0,0-1 0,0 1 0,0-1 0,0 0 0,1 0 0,0 0 0,-1-1 0,6 5 0,-2-4 0,0 0 0,1 0 0,0 0 0,0 0 0,0-1 0,0 0 0,0-1 0,0 0 0,0 0 0,10 0 0,10 0 0,-1-2 0,1 0 0,-1-2 0,0-1 0,0-1 0,0-1 0,0-1 0,-1-1 0,0-2 0,-1 0 0,44-26 0,-48 23 0,-1 0 0,0-2 0,0 0 0,-2 0 0,0-2 0,-1 0 0,0-1 0,-2-1 0,0 0 0,-1-1 0,-1 0 0,-1-1 0,14-37 0,-21 43 0,0 0 0,2-26 0,-5 30 0,1 0 0,0 1 0,0-1 0,1 0 0,7-15 0,-10 25 0,0 1 0,0-1 0,0 1 0,0-1 0,1 1 0,-1-1 0,0 1 0,0-1 0,1 1 0,-1-1 0,0 1 0,0 0 0,1-1 0,-1 1 0,0 0 0,1-1 0,-1 1 0,1 0 0,-1-1 0,0 1 0,1 0 0,-1 0 0,1-1 0,-1 1 0,1 0 0,-1 0 0,1 0 0,-1 0 0,1 0 0,-1 0 0,1-1 0,7 15 0,0 29 0,2 433 0,-12-318 0,3-5 0,-4 178 0,3-325 0,0-1 0,-1 1 0,1-1 0,-1 0 0,0 0 0,-1 1 0,1-1 0,-1 0 0,0 0 0,0 0 0,-1 0 0,0-1 0,1 1 0,-7 6 0,5-7 0,-1 1 0,-1-1 0,1-1 0,0 1 0,-1-1 0,0 0 0,0 0 0,0-1 0,0 1 0,0-1 0,-11 1 0,-13 3-227,0-1-1,-1-2 1,0-1-1,1-2 1,-56-6-1,21-4-6598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31.5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61 24575,'15'0'0,"1"1"0,-1 0 0,0 1 0,1 1 0,19 6 0,-26-6 0,-1 0 0,1 1 0,-1 0 0,0 1 0,0 0 0,-1 0 0,1 0 0,-1 1 0,0 0 0,7 9 0,5 10 0,-1 0 0,-1 1 0,21 43 0,9 16 0,-30-57 0,-8-11 0,1 0 0,0-2 0,14 17 0,-21-29 0,-1 0 0,1-1 0,-1 1 0,1-1 0,0 1 0,0-1 0,0 0 0,0 0 0,1 0 0,-1 0 0,1-1 0,-1 1 0,1-1 0,-1 0 0,1 0 0,0 0 0,-1-1 0,1 1 0,0-1 0,-1 0 0,6 0 0,-1-2 0,-1 0 0,0 0 0,1-1 0,-1 0 0,0 0 0,-1 0 0,13-9 0,44-39 0,-9-5-156,-2-2 0,-2-3-1,51-83 1,-73 103-584,20-29-6086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32.1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24575,'0'5'0,"0"19"0,0 15 0,0 19 0,0 9 0,0 5 0,0 1 0,0-2 0,0-6 0,0-9 0,0-15-8191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33.5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417 1 24575,'-18'9'0,"2"1"0,-16 12 0,-10 7 0,26-20 0,0 1 0,2 0 0,-1 1 0,1 0 0,-18 20 0,29-27 0,0-1 0,0 1 0,1 0 0,0 0 0,-1 0 0,2 0 0,-1 0 0,0 0 0,1 1 0,-1-1 0,1 0 0,1 1 0,-1-1 0,0 1 0,1-1 0,0 1 0,0-1 0,1 1 0,-1-1 0,1 1 0,0-1 0,0 1 0,0-1 0,1 0 0,-1 0 0,1 1 0,3 4 0,5 6 0,0 0 0,2-1 0,-1-1 0,1 1 0,1-2 0,1 0 0,0 0 0,0-2 0,1 1 0,26 12 0,-1-9 0,7 3 0,-45-15 0,1-1 0,-1 1 0,1-1 0,-1 1 0,0 0 0,0 0 0,0 0 0,0 0 0,0 1 0,0-1 0,0 0 0,-1 1 0,1 0 0,1 3 0,-1 2 0,0 0 0,0-1 0,-1 1 0,0 0 0,0 0 0,-1 0 0,0 0 0,-1 0 0,1 0 0,-1 0 0,-1 0 0,0-1 0,0 1 0,0 0 0,-1-1 0,-5 11 0,-4 5 0,-1-1 0,0 0 0,-31 36 0,32-44 0,-1 0 0,0-1 0,-1-1 0,0 0 0,-1-1 0,-1 0 0,-30 15 0,33-20 0,0 0 0,-1-1 0,0-1 0,1 0 0,-1-1 0,-1 0 0,1-1 0,0-1 0,-1 0 0,-24-2 0,36 1 4,1 0 0,-1 0-1,1-1 1,-1 1 0,1-1 0,0 1-1,-1-1 1,1 0 0,-1 0 0,1 0-1,0 0 1,0 0 0,0 0 0,-1-1-1,1 1 1,1-1 0,-1 0 0,0 1-1,0-1 1,1 0 0,-1 0 0,1 0-1,-1 0 1,1 0 0,0-1 0,0 1-1,0 0 1,0-1 0,0 1 0,0 0-1,0-4 1,1-3-216,-1-1 0,2 1 0,-1-1-1,1 1 1,1-1 0,4-15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34.5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24575,'0'12'0,"5"174"0,-2-151 0,2-1 0,1 0 0,14 44 0,-14-59 0,3 14 0,1-1 0,2-1 0,2 0 0,0-1 0,20 31 0,-31-58 0,0 1 0,-1 0 0,1-1 0,1 0 0,-1 0 0,0 0 0,1 0 0,0 0 0,-1-1 0,1 1 0,0-1 0,0 0 0,0 0 0,1-1 0,-1 1 0,0-1 0,7 1 0,-6-2 0,1 0 0,-1 0 0,0 0 0,1-1 0,-1 0 0,0 0 0,1-1 0,-1 1 0,0-1 0,0 0 0,0-1 0,0 1 0,-1-1 0,7-5 0,2 0 0,-1-1 0,0-1 0,-1 0 0,0-1 0,-1 0 0,0 0 0,-1-1 0,0-1 0,-1 1 0,0-1 0,-1-1 0,0 1 0,-2-1 0,1 0 0,-2-1 0,0 1 0,0-1 0,1-18 0,0-11-1365,-3 6-5461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35.9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681 38 24575,'-55'-1'0,"-111"5"0,148-2 0,1 1 0,0 0 0,0 1 0,0 1 0,1 0 0,0 2 0,-22 10 0,3 4 0,2 1 0,0 2 0,1 1 0,1 2 0,-46 52 0,69-70 0,1 1 0,1 0 0,-1 0 0,2 0 0,-1 1 0,1 0 0,-5 19 0,8-25 0,0 0 0,1 0 0,0 0 0,0 0 0,1 1 0,-1-1 0,1 0 0,0 0 0,0 1 0,1-1 0,-1 0 0,1 0 0,1 1 0,-1-1 0,1 0 0,0 0 0,0 0 0,0-1 0,4 7 0,-3-8 0,1 0 0,-1 0 0,1 0 0,0 0 0,0-1 0,0 1 0,0-1 0,0 0 0,1 0 0,-1-1 0,0 1 0,1-1 0,-1 0 0,1 0 0,0-1 0,-1 1 0,7-1 0,9 0 0,0-1 0,34-5 0,-30 0 0,1 0 0,-1-2 0,-1-1 0,1 0 0,-1-2 0,-1-1 0,0 0 0,-1-2 0,0 0 0,-1-2 0,24-23 0,19-24 0,100-131 0,-138 162 0,-16 21 0,-4 4 0,0-1 0,1 1 0,0 1 0,1-1 0,-1 1 0,1 0 0,13-9 0,-19 15 0,-1 0 0,1-1 0,0 1 0,0 0 0,0 0 0,0 0 0,0 0 0,0-1 0,0 1 0,0 0 0,0 1 0,0-1 0,0 0 0,0 0 0,0 0 0,0 1 0,0-1 0,0 0 0,0 1 0,-1-1 0,1 1 0,0-1 0,0 1 0,0-1 0,-1 1 0,1-1 0,0 1 0,-1 0 0,1 0 0,0-1 0,-1 1 0,1 0 0,-1 0 0,1 0 0,-1-1 0,1 1 0,-1 0 0,0 0 0,1 0 0,-1 0 0,0 0 0,0 1 0,8 44 0,-8-44 0,-1 303 113,-5-121-1591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36.6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24575,'16'343'0,"0"-54"0,-15-168 0,6 0 0,27 140 0,-25-212-682,5 59-1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39.8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24575,'299'0'0,"-23"0"-546,98 0-1820,85 0 586,81 2-434,101 17 1254,114 23-847,102 16 809,1600 69-2878,-4-98 2429,-1579-52 1299,-139-20 145,-164-13 214,-162-3 635,-145 7 479,-102 11 4247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41.2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531 1 24575,'0'5'0,"-1"0"0,1 0 0,-1 0 0,-1 0 0,1 0 0,-1-1 0,0 1 0,0 0 0,0-1 0,0 1 0,-1-1 0,-3 5 0,-43 46 0,39-44 0,-61 58 0,-149 112 0,198-165 0,-52 41 0,67-50 0,0 0 0,0 1 0,0-1 0,1 1 0,0 0 0,1 1 0,-5 9 0,9-16 0,0 1 0,0-1 0,0 1 0,1-1 0,-1 1 0,1 0 0,-1-1 0,1 1 0,0 0 0,0-1 0,0 1 0,1 0 0,-1 0 0,0-1 0,1 1 0,0-1 0,0 1 0,0 0 0,0-1 0,0 1 0,0-1 0,0 0 0,1 1 0,0-1 0,-1 0 0,1 0 0,0 0 0,0 0 0,0 0 0,0-1 0,3 3 0,8 5 0,-1-1 0,2 0 0,-1-1 0,20 7 0,-24-10 0,96 36 0,-74-30 0,0 1 0,-1 2 0,0 1 0,-1 1 0,0 2 0,27 21 0,-10 3-682,65 77-1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46.4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654 176 24575,'-5'-1'0,"-1"0"0,1 0 0,0 0 0,-1-1 0,1 0 0,0 0 0,0-1 0,-7-4 0,-11-5 0,-79-33 0,47 18 0,-1 3 0,-64-17 0,114 39 0,-1 0 0,1 1 0,-1 0 0,1 1 0,-1-1 0,0 1 0,1 1 0,-1-1 0,0 1 0,1 0 0,-1 1 0,1-1 0,0 1 0,-1 1 0,1-1 0,0 1 0,-7 4 0,5-1 0,0 0 0,1 0 0,-1 1 0,2 0 0,-1 0 0,1 1 0,0 0 0,0 0 0,1 0 0,0 0 0,-4 11 0,2-1 0,0 0 0,1 0 0,1 1 0,1 0 0,0 0 0,0 20 0,2-6 0,2-1 0,6 58 0,-6-87 0,1 1 0,0-1 0,-1 1 0,1-1 0,0 0 0,1 1 0,-1-1 0,1 0 0,-1 0 0,1 0 0,0 0 0,0 0 0,1 0 0,-1-1 0,0 1 0,6 4 0,-3-4 0,0 0 0,-1-1 0,1 1 0,0-1 0,1 0 0,-1 0 0,0-1 0,0 1 0,1-1 0,5 0 0,6 0 0,1-1 0,-1 0 0,0-2 0,0 0 0,0-1 0,21-5 0,-9-2 0,0 0 0,-1-2 0,0-1 0,41-26 0,-29 13 0,-2-2 0,46-42 0,-25 5 0,-49 51 0,2 0 0,-1 1 0,1 1 0,1 0 0,0 1 0,27-17 0,-39 27 0,1 0 0,0 0 0,-1 1 0,1-1 0,0 0 0,0 1 0,-1-1 0,1 1 0,0 0 0,0 0 0,0 0 0,0 0 0,0 0 0,0 0 0,-1 0 0,1 1 0,0-1 0,0 0 0,0 1 0,-1 0 0,1-1 0,0 1 0,0 0 0,-1 0 0,1 0 0,-1 0 0,1 0 0,-1 0 0,1 1 0,-1-1 0,0 0 0,0 1 0,0-1 0,1 1 0,-1 0 0,1 2 0,3 6 0,0 0 0,0 1 0,-1 0 0,4 18 0,-7-26 0,72 316 0,-52-244-1365,-4-14-5461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47.3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24575,'0'430'0,"1"-410"0,-1-20 0,0 0 0,0 0 0,0 0 0,0 0 0,0 0 0,0 0 0,0 0 0,0 1 0,0-1 0,0 0 0,0 0 0,0 0 0,0 0 0,0 0 0,1 0 0,-1 0 0,0 1 0,0-1 0,0 0 0,0 0 0,0 0 0,0 0 0,0 0 0,0 0 0,0 0 0,0 0 0,0 0 0,1 0 0,-1 0 0,0 1 0,0-1 0,0 0 0,0 0 0,0 0 0,0 0 0,0 0 0,0 0 0,1 0 0,-1 0 0,0 0 0,0 0 0,0 0 0,0 0 0,0 0 0,0 0 0,0 0 0,1 0 0,-1 0 0,0 0 0,0 0 0,0 0 0,0-1 0,0 1 0,0 0 0,0 0 0,1 0 0,12-26 0,4-18 0,3 1 0,1 0 0,2 2 0,2 1 0,1 0 0,45-48 0,-66 82 0,1 0 0,0 1 0,1 0 0,-1 0 0,1 1 0,0-1 0,1 1 0,-1 1 0,0-1 0,1 2 0,12-4 0,-16 5 0,0 0 0,0 1 0,0-1 0,0 1 0,0 0 0,1 0 0,-1 1 0,0-1 0,0 1 0,0 0 0,0 0 0,0 0 0,-1 1 0,1-1 0,0 1 0,0 0 0,-1 0 0,1 0 0,-1 1 0,0-1 0,0 1 0,0 0 0,0 0 0,5 6 0,-1 2 0,0 0 0,-1 0 0,0 1 0,-1 0 0,0 0 0,-1 0 0,-1 1 0,3 12 0,11 105 0,-12 3-1365,-6-102-5461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48.5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515 4 24575,'-60'-2'0,"22"1"0,-50 4 0,76-2 0,1 1 0,0 0 0,0 0 0,0 2 0,0-1 0,0 1 0,0 1 0,-17 10 0,10-2 0,1 1 0,0 0 0,0 1 0,2 1 0,0 1 0,1 0 0,1 1 0,0 0 0,1 1 0,1 1 0,1-1 0,1 2 0,1-1 0,-11 42 0,18-54 0,0 0 0,0 0 0,1 0 0,0 0 0,0 1 0,1-1 0,2 10 0,-3-15 0,1-1 0,0 1 0,0 0 0,0-1 0,0 1 0,0-1 0,0 1 0,1-1 0,-1 0 0,1 1 0,0-1 0,0 0 0,-1 0 0,1 0 0,1 0 0,-1-1 0,0 1 0,0 0 0,1-1 0,-1 0 0,1 1 0,-1-1 0,1 0 0,4 1 0,5-1 0,0 0 0,-1 0 0,1-1 0,0-1 0,-1 0 0,1-1 0,-1 0 0,1 0 0,-1-2 0,0 1 0,19-9 0,5-5 0,-1-1 0,41-28 0,-41 21 0,-1-2 0,-1-1 0,-1-2 0,51-63 0,-65 79 0,-17 14 0,0 0 0,1 0 0,-1 0 0,0 0 0,0 0 0,1 0 0,-1 0 0,0 0 0,1 0 0,-1 0 0,0 1 0,1-1 0,-1 0 0,0 0 0,0 0 0,1 0 0,-1 0 0,0 0 0,0 1 0,1-1 0,-1 0 0,0 0 0,0 0 0,0 1 0,1-1 0,-1 0 0,0 0 0,0 1 0,0-1 0,0 0 0,1 1 0,-1-1 0,0 0 0,0 1 0,3 35 0,-3-33 0,-2 92 0,0-29 0,7 71 0,0-89-1365,0-9-5461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49.2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92 1 24575,'0'5'0,"0"19"0,0 21 0,0 20 0,0 20 0,-6 23 0,-1 15 0,-6 15 0,0-1 0,-3-1 0,0-13 0,4-23 0,3-27-8191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24575,'11'0'0,"19"6"0,22 6 0,18 2 0,8 4 0,2 4 0,-7 5 0,-17-4-8191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50.5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384 0 24575,'0'17'0,"-6"21"0,-6 21 0,-8 11 0,-5 11 0,-4 7 0,-8 5 0,-3-2 0,-1 0 0,2 1 0,7 1 0,4-10 0,1-8 0,5-11 0,6-11 0,6-9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51.2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24575,'2'3'0,"0"0"0,0 1 0,0-1 0,0 1 0,0-1 0,-1 1 0,0 0 0,0 0 0,0 0 0,0 0 0,-1-1 0,1 1 0,-1 5 0,1 0 0,12 166 0,-11 200 0,-4-204 0,2 187-1365,0-319-5461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51.7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76 24575,'6'0'0,"6"0"0,19 0 0,20 0 0,12 0 0,1 0 0,-5 0 0,-1-5 0,-6-8 0,5-6 0,4-7 0,-8 13 0,-19 20 0,-21 8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52.7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24575,'0'6'0,"0"12"0,5 14 0,2 13 0,0 9 0,-1 7 0,-2 4 0,-2-4 0,5 5 0,0-5 0,0-11-8191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53.2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24575,'6'0'0,"1"5"0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54.1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263 0 24575,'-3'1'0,"0"0"0,0-1 0,-1 1 0,1 0 0,0 0 0,0 1 0,0-1 0,0 1 0,1-1 0,-1 1 0,-3 2 0,-6 4 0,-14 7 0,1 1 0,0 0 0,2 2 0,-30 28 0,47-40 0,0 0 0,1 1 0,0-1 0,0 1 0,0 0 0,1 1 0,0-1 0,1 1 0,0-1 0,0 1 0,0 0 0,1 1 0,0-1 0,1 0 0,0 0 0,0 1 0,1-1 0,0 0 0,0 1 0,3 13 0,1-5 0,1 1 0,0 0 0,1-1 0,12 21 0,-13-27 0,1 0 0,0-1 0,1 0 0,0 0 0,1-1 0,0 1 0,14 11 0,-15-16 6,0-1 1,1 0-1,-1 0 0,1-1 0,0 0 1,0 0-1,0-1 0,0 0 0,1-1 0,-1 1 1,0-1-1,1-1 0,-1 0 0,1 0 0,13-3 1,14-2-320,-1-2 0,46-16 0,-61 17-213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55.6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648 1 24575,'-86'-1'0,"-105"3"0,167 0 0,0 2 0,0 0 0,1 1 0,-1 2 0,1 0 0,0 2 0,1 0 0,0 1 0,0 2 0,1 0 0,1 1 0,-25 20 0,40-27 0,0 0 0,0 0 0,0 0 0,1 0 0,-1 1 0,2-1 0,-1 1 0,1 0 0,0 0 0,0 1 0,-3 13 0,5-16 0,0 1 0,1-1 0,-1 0 0,1 1 0,0-1 0,1 1 0,-1-1 0,1 0 0,0 1 0,0-1 0,1 0 0,-1 0 0,1 0 0,0 0 0,1 0 0,-1 0 0,6 7 0,-4-9 0,-1 0 0,0 0 0,1 0 0,0 0 0,0-1 0,0 1 0,0-1 0,0 0 0,1 0 0,-1-1 0,0 1 0,1-1 0,-1 0 0,1 0 0,0-1 0,-1 1 0,9-1 0,7 0 0,0-1 0,34-7 0,-37 4 0,0 0 0,-1-2 0,1 0 0,-1-1 0,-1 0 0,1-1 0,-1-1 0,-1-1 0,0 0 0,0-1 0,-1 0 0,0-1 0,-1 0 0,0-1 0,-1-1 0,10-15 0,-13 18 0,0 1 0,17-18 0,-23 26 0,0 0 0,1 0 0,-1 0 0,1 0 0,-1 0 0,1 1 0,-1-1 0,1 1 0,0 0 0,0 0 0,0 0 0,0 0 0,0 0 0,-1 1 0,2-1 0,-1 1 0,0 0 0,3 0 0,-4 0 0,-1 0 0,1 1 0,-1 0 0,1-1 0,-1 1 0,0 0 0,1 0 0,-1-1 0,0 1 0,1 0 0,-1 1 0,0-1 0,0 0 0,0 0 0,0 0 0,0 1 0,0-1 0,0 0 0,0 1 0,1 2 0,10 35 0,-9-25 0,15 52 0,-2 1 0,9 99 0,-19-123-1365,2-4-5461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56.4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24575,'1'22'0,"0"0"0,6 23 0,3 21 0,5 724 0,-18-517 0,3 21-1365,0-262-5461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57.2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24575,'0'16'0,"0"22"0,0 38 0,0 38 0,0 27 0,0 17 0,0 3 0,0-9 0,0-8 0,0-13 0,0-22 0,0-31-8191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57.8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1 222 24575,'5'0'0,"8"0"0,23-6 0,17-7 0,21-7 0,14-5 0,8 1 0,16 0 0,5-2 0,-6-2 0,-12-2 0,-22 5-8191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58.8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177 1 24575,'-3'0'0,"-1"1"0,0-1 0,1 1 0,-1 0 0,0 0 0,1 1 0,-1-1 0,1 1 0,0-1 0,-1 1 0,1 0 0,0 1 0,0-1 0,0 0 0,0 1 0,1 0 0,-5 5 0,-4 5 0,1 2 0,-13 23 0,16-25 0,-3 3 0,1 0 0,1 1 0,1 0 0,0 0 0,1 1 0,1 0 0,-4 23 0,9-37 0,-1 1 0,1 0 0,-1-1 0,1 1 0,1-1 0,-1 1 0,1 0 0,0-1 0,0 1 0,0-1 0,0 1 0,1-1 0,0 0 0,0 1 0,0-1 0,0 0 0,1 0 0,-1-1 0,1 1 0,0 0 0,0-1 0,1 0 0,-1 1 0,1-1 0,-1-1 0,1 1 0,0-1 0,0 1 0,0-1 0,0 0 0,1 0 0,-1-1 0,9 3 0,4-1 0,0 0 0,0 0 0,1-2 0,-1 0 0,1-1 0,-1-1 0,0-1 0,0 0 0,1-1 0,-1-1 0,-1 0 0,1-1 0,28-14 0,-25 10 0,-1-1 0,-1-1 0,0 0 0,0-1 0,-1-1 0,0-1 0,-2 0 0,1-1 0,-2-1 0,0 0 0,13-21 0,-23 31 0,-1 0 0,0 0 0,0 0 0,0-1 0,-1 1 0,0-1 0,0 0 0,0 0 0,-1 0 0,0 0 0,-1 0 0,1-7 0,-1 11 0,-1 0 0,1 0 0,-1 0 0,0 0 0,0 0 0,0 0 0,0 0 0,0 0 0,0 0 0,-1 0 0,0 1 0,1-1 0,-1 1 0,0-1 0,0 1 0,0-1 0,-1 1 0,1 0 0,0 0 0,-1 0 0,0 1 0,1-1 0,-1 1 0,0-1 0,0 1 0,0 0 0,0 0 0,-4-1 0,-15-2-17,0 1-1,0 1 0,0 1 1,0 1-1,-34 4 1,5-1-1243,16-2-5566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2:59.8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398 0 24575,'-15'1'0,"0"1"0,0 0 0,0 1 0,0 0 0,0 1 0,1 1 0,0 0 0,0 1 0,0 1 0,1 0 0,-13 10 0,7-5 0,1 2 0,1 0 0,0 1 0,1 0 0,1 2 0,-24 32 0,30-35 0,0 1 0,0 1 0,1 0 0,1 0 0,1 1 0,1-1 0,0 1 0,1 1 0,0-1 0,2 1 0,0-1 0,1 1 0,0-1 0,2 1 0,0 0 0,1-1 0,8 32 0,-9-45 0,1 0 0,-1 0 0,1 0 0,0 0 0,0 0 0,1-1 0,-1 1 0,1-1 0,-1 0 0,1 0 0,0 0 0,0 0 0,0 0 0,1-1 0,4 4 0,-1-3 0,-1 0 0,1 0 0,0-1 0,-1 1 0,1-2 0,0 1 0,1-1 0,8 1 0,6-2 0,0 0 0,0-2 0,0 0 0,39-10 0,-35 4 0,-2-1 0,1-1 0,36-20 0,29-13 0,-79 38 0,0 0 0,0-1 0,-1 0 0,0-1 0,0 0 0,0 0 0,-1-1 0,0-1 0,-1 1 0,11-15 0,-15 17 0,1 1 0,-2-1 0,1 0 0,-1 0 0,0 0 0,0-1 0,-1 1 0,1-1 0,-2 0 0,1 1 0,-1-1 0,0 0 0,0 0 0,-1 0 0,1 0 0,-2 0 0,1 1 0,-1-1 0,-3-14 0,1 16-105,1-1 0,-1 1 0,0 0 0,-1 0 0,1 0 0,-1 0 0,0 0 0,0 1 0,-1 0 0,1 0 0,-1 0 0,-6-4 0,-31-20-6721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00.5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297 1 24575,'-2'68'0,"-3"0"0,-18 83 0,-41 128 0,53-233 0,-45 166 0,-34 152 0,73-277 0,4 1 0,-3 108 0,18 8-1365,0-162-5461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05.9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771 32 24575,'0'-1'0,"-1"0"0,1-1 0,0 1 0,-1 0 0,0 0 0,1 0 0,-1 0 0,0 0 0,1 0 0,-1 0 0,0 0 0,0 0 0,0 0 0,0 0 0,0 0 0,0 0 0,0 1 0,0-1 0,0 0 0,0 1 0,-1-1 0,1 1 0,0 0 0,0-1 0,0 1 0,-1 0 0,1 0 0,-2-1 0,-44-4 0,39 4 0,-26-1 0,0 1 0,0 2 0,0 1 0,1 1 0,-1 3 0,-54 14 0,66-13 0,0 2 0,1 0 0,0 1 0,0 1 0,1 1 0,1 1 0,0 0 0,1 2 0,0 0 0,-26 29 0,37-35 0,1 0 0,0 0 0,0 1 0,1-1 0,0 1 0,1 0 0,-6 19 0,-13 79 0,14-58 0,-6 26 0,-4 11 0,3 1 0,-4 116 0,20-177 15,1 0 0,2 0 0,0-1 0,2 1 0,1-1 0,1 1 0,18 41 0,-17-50-150,1 0 0,1 0 0,0 0 0,2-1 0,0-1 0,0 0 0,2-1 0,0 0 0,1-1 0,27 21 0,-7-13-6691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07.3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24575,'-1'160'0,"3"181"0,-1-324 0,5 81 0,-4-86 0,-1-1 0,2 1 0,-1-1 0,2 1 0,8 18 0,-12-28 0,1-1 0,-1 0 0,1 0 0,-1 0 0,1 0 0,-1 0 0,1 0 0,0 0 0,0 0 0,0 0 0,-1 0 0,1 0 0,0 0 0,0 0 0,0-1 0,0 1 0,0 0 0,1-1 0,-1 1 0,0-1 0,0 1 0,0-1 0,0 0 0,1 1 0,-1-1 0,0 0 0,0 0 0,1 0 0,-1 0 0,0 0 0,0 0 0,1 0 0,-1 0 0,0-1 0,0 1 0,1 0 0,-1-1 0,0 1 0,0-1 0,0 1 0,0-1 0,0 0 0,0 1 0,0-1 0,2-2 0,3-2 0,0 0 0,-1-1 0,0 1 0,0-1 0,-1-1 0,7-9 0,4-11 0,13-21 0,2 0 0,46-55 0,-44 65 0,-17 18 0,2 0 0,1 2 0,31-28 0,-42 41 0,0 0 0,1 1 0,0 0 0,-1 0 0,1 0 0,1 1 0,-1 0 0,0 1 0,1 0 0,-1 0 0,1 1 0,0 0 0,-1 0 0,16 1 0,-8 2 0,1 0 0,-1 0 0,0 2 0,0 0 0,0 1 0,-1 0 0,1 1 0,25 15 0,-33-16 0,-1 0 0,0 0 0,0 0 0,0 1 0,0-1 0,-1 2 0,0-1 0,-1 1 0,1 0 0,-1 0 0,-1 0 0,1 1 0,-1 0 0,-1 0 0,1 0 0,-1 0 0,-1 0 0,3 14 0,-3-9 0,-1 0 0,0-1 0,-1 1 0,0-1 0,-1 1 0,-1 0 0,0-1 0,-1 0 0,0 1 0,-1-1 0,0 0 0,-1-1 0,0 1 0,-1-1 0,-13 21 0,10-21 0,-1 0 0,1 0 0,-2-1 0,1-1 0,-1 0 0,-1 0 0,0-1 0,0 0 0,-1-1 0,1-1 0,-1 0 0,-1 0 0,-26 6 0,-2-3 0,-1-2 0,0-2 0,0-2 0,-1-1 0,1-3 0,-44-6 0,80 6-170,0 0-1,0 0 0,0-1 1,0 0-1,1 0 0,-1 0 1,-11-7-1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08.8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845 135 24575,'-12'-13'0,"-2"0"0,1 1 0,-2 1 0,1 0 0,-1 1 0,-1 1 0,0 1 0,0 0 0,-1 0 0,0 2 0,0 0 0,0 1 0,-1 1 0,0 1 0,-23-2 0,-4 2 0,-66 5 0,92 0 0,1 1 0,-1 0 0,1 2 0,0 0 0,0 0 0,-23 12 0,7 0 0,0 1 0,1 2 0,1 1 0,-46 39 0,73-55 0,0 1 0,1-1 0,-1 1 0,1 0 0,0 0 0,1 1 0,-1-1 0,1 1 0,0-1 0,1 1 0,0 0 0,0 0 0,0 1 0,1-1 0,0 0 0,0 0 0,1 1 0,0-1 0,1 0 0,-1 1 0,1-1 0,1 0 0,-1 0 0,4 9 0,-3-8 0,1 0 0,0-1 0,1 1 0,0-1 0,0 0 0,0 0 0,1-1 0,0 1 0,0-1 0,1 0 0,0 0 0,0 0 0,0-1 0,0 0 0,1-1 0,0 1 0,0-1 0,0 0 0,1-1 0,-1 0 0,12 3 0,-5-3 0,1-1 0,0-1 0,0 0 0,0-2 0,0 1 0,0-2 0,0 0 0,-1 0 0,1-2 0,0 0 0,17-7 0,3-3 0,0-2 0,-1-2 0,39-26 0,196-160 0,-181 132 0,-70 57 0,-11 8 0,0 1 0,1-1 0,0 2 0,0-1 0,17-8 0,-24 14 0,1-1 0,-1 1 0,1-1 0,-1 1 0,1 0 0,-1-1 0,0 1 0,1 0 0,-1 0 0,1 0 0,-1 0 0,1 1 0,-1-1 0,1 0 0,-1 1 0,1-1 0,-1 0 0,2 2 0,-1-1 0,0 1 0,0 0 0,-1-1 0,1 1 0,-1 0 0,1 0 0,-1-1 0,0 1 0,1 0 0,-1 0 0,0 1 0,-1-1 0,1 0 0,0 0 0,0 4 0,6 26 0,-2 0 0,2 40 0,2 18 0,-7-79-55,9 65-600,35 120 0,-30-149-6171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10.9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24575,'0'30'0,"7"199"0,-3-198 0,0-1 0,2 0 0,1 0 0,2 0 0,16 38 0,-4-32 0,-21-35 0,1 0 0,-1-1 0,0 1 0,1-1 0,-1 1 0,1-1 0,-1 1 0,1-1 0,-1 1 0,1-1 0,-1 1 0,1-1 0,-1 1 0,1-1 0,-1 0 0,1 1 0,0-1 0,-1 0 0,1 0 0,0 1 0,-1-1 0,1 0 0,0 0 0,-1 0 0,1 0 0,0 0 0,-1 0 0,1 0 0,0 0 0,-1 0 0,1 0 0,0 0 0,-1-1 0,1 1 0,0 0 0,-1 0 0,1-1 0,0 1 0,-1 0 0,1-1 0,-1 1 0,1-1 0,-1 1 0,1-1 0,-1 1 0,1-1 0,-1 1 0,1-1 0,-1 1 0,0-1 0,1 1 0,-1-1 0,1-1 0,4-10 0,0 0 0,-1-1 0,0 0 0,-1 0 0,-1 0 0,2-22 0,0 5 0,-1 6 0,1-9 0,2 1 0,17-57 0,-20 79 0,1 1 0,0 0 0,1 0 0,0 1 0,0-1 0,0 1 0,1 0 0,1 1 0,-1-1 0,1 1 0,1 1 0,-1-1 0,15-9 0,-9 9 14,1 0-1,0 1 0,0 1 0,0 0 1,1 0-1,-1 2 0,1 0 1,22-2-1,8 2-756,67 6 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12.7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851 1 24575,'-223'11'0,"183"-5"0,1 1 0,0 2 0,-59 22 0,33-4 0,1 2 0,2 3 0,-68 47 0,124-75 0,-1 0 0,1 1 0,0 0 0,0 0 0,0 0 0,0 1 0,1 0 0,0 0 0,0 0 0,1 1 0,0 0 0,0 0 0,1 0 0,-1 0 0,1 0 0,1 1 0,0-1 0,0 1 0,0 0 0,1-1 0,0 1 0,0 0 0,2 16 0,-1-19 0,0 16 0,1 0 0,1 0 0,9 38 0,-10-54 0,1 0 0,0 0 0,0 0 0,0 0 0,0 0 0,1-1 0,-1 1 0,1-1 0,0 0 0,1 1 0,-1-1 0,1-1 0,0 1 0,0 0 0,0-1 0,0 0 0,1 0 0,-1 0 0,1-1 0,0 1 0,5 1 0,1-1 0,1-1 0,0 0 0,-1-1 0,1 0 0,0-1 0,0 0 0,0 0 0,-1-2 0,1 1 0,0-2 0,14-4 0,3-2 0,0-1 0,-1-2 0,35-20 0,-37 17 0,-1-2 0,0-1 0,39-37 0,56-72 0,-35 35 0,-35 48 0,-41 37 0,0 0 0,0-1 0,0 0 0,-1-1 0,0 1 0,-1-2 0,0 1 0,0-1 0,7-15 0,-11 19 0,0-1 0,0-1 0,0 1 0,1 0 0,8-12 0,-11 19 0,-1-1 0,1 0 0,0 0 0,-1 1 0,1-1 0,0 0 0,-1 1 0,1-1 0,0 1 0,0-1 0,0 1 0,0-1 0,-1 1 0,1 0 0,0-1 0,0 1 0,0 0 0,0 0 0,0-1 0,0 1 0,0 0 0,0 0 0,0 0 0,0 0 0,0 0 0,0 1 0,0-1 0,-1 0 0,1 0 0,0 1 0,0-1 0,0 0 0,0 1 0,0-1 0,0 1 0,-1-1 0,1 1 0,0-1 0,0 1 0,-1 0 0,1-1 0,0 1 0,-1 0 0,1 0 0,-1-1 0,1 1 0,-1 0 0,1 1 0,3 5 0,1 0 0,-2 0 0,1 1 0,-1-1 0,-1 1 0,1-1 0,-1 1 0,0 0 0,0 11 0,4 81 0,-6-68 0,3 37 0,-4-1 0,-3 1 0,-2-1 0,-4 0 0,-2 0 0,-40 121 0,43-166 0,-1-1 0,-1 0 0,-1 0 0,0-1 0,-2-1 0,0-1 0,-1 1 0,-2-2 0,1-1 0,-2 0 0,0-1 0,-1 0 0,-31 18 0,40-29-273,0-1 0,0 0 0,0 0 0,-21 4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13.8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1 397 24575,'0'26'0,"4"109"0,-2-118 0,0 0 0,2-1 0,0 1 0,0-1 0,13 28 0,-17-43 0,0-1 0,0 1 0,1-1 0,-1 1 0,0 0 0,0-1 0,0 1 0,1-1 0,-1 1 0,0-1 0,1 1 0,-1-1 0,0 1 0,1-1 0,-1 1 0,1-1 0,-1 0 0,1 1 0,-1-1 0,1 0 0,-1 1 0,1-1 0,-1 0 0,1 1 0,-1-1 0,1 0 0,0 0 0,0 0 0,7-15 0,0-40 0,-8 46 0,5-28 0,2-1 0,1 1 0,17-47 0,49-105 0,-14 40 0,-58 145 0,-1-1 0,0 1 0,1-1 0,0 1 0,0 0 0,0 0 0,1 0 0,0 0 0,-1 0 0,1 1 0,0-1 0,1 1 0,-1-1 0,1 1 0,-1 0 0,1 1 0,0-1 0,0 1 0,0-1 0,0 1 0,1 1 0,-1-1 0,1 0 0,-1 1 0,1 0 0,-1 0 0,1 1 0,0-1 0,7 1 0,82 4-1365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16.0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816 33 24575,'-302'-16'0,"30"0"0,255 15 0,0 1 0,-1 1 0,1 1 0,0 0 0,-1 1 0,-23 8 0,35-9 0,1 1 0,-1-1 0,1 1 0,0 0 0,0 0 0,1 0 0,-1 1 0,0 0 0,1 0 0,0 0 0,0 0 0,0 0 0,1 1 0,0 0 0,-1 0 0,2 0 0,-1 0 0,0 0 0,1 1 0,0-1 0,0 1 0,1-1 0,-1 7 0,-2 24 0,2-1 0,1 1 0,2 0 0,1 0 0,2-1 0,12 51 0,-14-77 0,0 0 0,1 0 0,0 0 0,0-1 0,1 1 0,0-1 0,0 0 0,1 0 0,0 0 0,0 0 0,9 8 0,-8-11 0,0 0 0,0 0 0,1-1 0,-1 0 0,1 0 0,0 0 0,0-1 0,0 0 0,0 0 0,1-1 0,-1 0 0,1 0 0,0-1 0,8 0 0,12 1 0,0-1 0,0-2 0,0 0 0,0-2 0,0-2 0,0 0 0,-1-2 0,52-19 0,-20-1 0,-1-2 0,94-63 0,-90 54 0,-19 11 0,48-38 0,-71 47 0,-14 11 0,1 1 0,0 0 0,-1 1 0,2-1 0,-1 2 0,1-1 0,-1 1 0,1 0 0,0 0 0,11-3 0,-18 7 0,1 0 0,0 1 0,-1-1 0,1 0 0,-1 0 0,1 1 0,-1-1 0,1 1 0,0-1 0,-1 1 0,0-1 0,1 1 0,-1 0 0,1 0 0,-1 0 0,0 0 0,0 0 0,0 0 0,1 0 0,-1 0 0,0 1 0,0-1 0,0 0 0,-1 0 0,1 1 0,0-1 0,-1 1 0,2 2 0,14 46 0,-15-46 0,19 103-1365,-10-59-5461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16.6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34 1 24575,'0'5'0,"0"8"0,0 23 0,0 11 0,0 8 0,-6 12 0,-1-1 0,0 6 0,2 6 0,1 12 0,1 12 0,2 23 0,0 5 0,1 3 0,1-5 0,-1-18 0,0-29-8191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17.7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102 1 24575,'108'-1'0,"123"3"0,-227-2 0,-1 0 0,0 0 0,1 0 0,-1 1 0,1-1 0,-1 1 0,1 0 0,-1 0 0,0 0 0,0 0 0,1 0 0,-1 1 0,0-1 0,0 1 0,-1 0 0,1 0 0,0 0 0,0 1 0,-1-1 0,0 1 0,1-1 0,-1 1 0,0 0 0,0-1 0,0 1 0,-1 0 0,1 1 0,-1-1 0,1 0 0,-1 0 0,0 0 0,-1 1 0,1-1 0,0 1 0,-1 3 0,3 12 0,-2 0 0,0 0 0,-1 1 0,-3 22 0,2-35 0,0-1 0,0 1 0,0-1 0,-1 0 0,0 0 0,0 0 0,-1 0 0,0 0 0,0 0 0,0-1 0,-1 1 0,0-1 0,0 0 0,0 0 0,0-1 0,-6 6 0,-6 0 0,1-1 0,-1 0 0,-1-1 0,1 0 0,-1-2 0,-33 9 0,-111 13 0,141-25 32,2 2 0,-1 0-1,-26 11 1,-22 7-1524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3:18.9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 24575,'-2'181'0,"5"200"0,14-223 0,0 11 0,-16-184 0,1-1 0,0 0 0,2 1 0,-1-1 0,11-24 0,-3 6 0,-5 16 0,3-14 0,2-1 0,2 1 0,27-51 0,-36 75 0,0 1 0,1 0 0,0 0 0,1 1 0,-1-1 0,1 1 0,0 0 0,1 1 0,0 0 0,-1 0 0,2 0 0,-1 0 0,0 1 0,1 1 0,0-1 0,0 1 0,0 1 0,0-1 0,0 1 0,13-1 0,-13 2 0,1 1 0,-1-1 0,1 2 0,-1-1 0,1 1 0,-1 0 0,1 1 0,12 4 0,-17-5 0,-1 1 0,1 0 0,-1 0 0,1 1 0,-1-1 0,0 0 0,0 1 0,0 0 0,0 0 0,0 0 0,-1 0 0,1 0 0,-1 1 0,0-1 0,0 1 0,0-1 0,-1 1 0,1 0 0,1 7 0,2 17-44,-1-1 0,-1 1 1,-1 0-1,-2-1 0,-4 43 0,1-23-1058,2-14-5724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28.8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24575,'3'306'0,"44"320"0,-34-520 0,28 168 0,-36-251 0,1 0 0,1 0 0,1-1 0,1 0 0,1 0 0,0-1 0,24 33 0,-30-49 0,-1-1 0,1 1 0,0-1 0,1 0 0,-1 0 0,1-1 0,0 1 0,-1-1 0,2 0 0,4 2 0,4 0 0,-1 0 0,0-1 0,25 3 0,130 10 0,109-8 0,118-6-546,99-2-1685,643-6-919,865 1 465,-1670 9 2307,74 10 442,-282-4 2248,152 34 0,-13 5-1447,383 24 0,334-42-1254,10-35-504,-654 0 795,-110 9 549,447 69 1,208 109 923,-555-110-1145,-211-52-63,1-5 0,139 1 1,228-20-213,-252-3 216,923 1 645,-1067 0-816,145-26 0,15-1 0,-189 24 0,-1-2 0,87-26 0,-109 26 0,93-30 0,-80 23 0,0 2 0,1 2 0,61-7 0,-27 12 0,225-28 0,-299 34 0,0-1 0,1 0 0,-1 0 0,-1-1 0,1 0 0,0-1 0,-1 0 0,0 0 0,0-1 0,14-11 0,-17 12 0,-1-1 0,0 0 0,0 0 0,-1 0 0,0 0 0,0 0 0,0-1 0,0 0 0,-1 1 0,0-1 0,0 0 0,0 0 0,-1 0 0,0 0 0,0-1 0,-1 1 0,0-8 0,0-20 0,-3 1 0,0 0 0,-8-34 0,-31-99 0,-1-4 0,33 105 0,-5-112 0,16-64 0,-1-50 0,-1 270 60,-8-37 0,8 52-209,-1-1 1,0 1-1,0 0 1,0 0-1,-1 0 1,0 0-1,0 0 1,-1 0-1,-6-8 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29.7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0 254 24575,'6'0'0,"18"0"0,48 0 0,51-11 0,42-9 0,32-7 0,15-4 0,-1-2 0,-3-1 0,-27-1 0,-33 7 0,-37 7 0,-36 7-8191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34.7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24575,'5'0'0,"2"5"0,6 24 0,0 13 0,3 31 0,5 20 0,4 17 0,-2-1 0,-5-12 0,-6-13 0,-5-14 0,3-14 0,-2-6 0,4 0 0,0-3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35.8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297 1 24575,'-24'25'0,"2"1"0,0 2 0,-24 42 0,-10 12 0,32-48 0,1 1 0,2 1 0,-26 59 0,44-90 0,2 0 0,-1-1 0,1 1 0,-1 0 0,1 0 0,0 0 0,1 0 0,-1 0 0,1 0 0,0 0 0,1 0 0,-1 0 0,2 8 0,0-11 0,-1 1 0,0 0 0,0-1 0,1 1 0,-1-1 0,1 0 0,0 1 0,0-1 0,0 0 0,0 0 0,0 0 0,1 0 0,-1-1 0,0 1 0,1 0 0,-1-1 0,1 0 0,0 0 0,-1 0 0,1 0 0,0 0 0,0 0 0,0-1 0,5 1 0,41 4 0,1-3 0,-1-3 0,77-9 0,-100 8 0,284-38-1121,-300 38 877,61-9-6582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37.2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1 231 24575,'127'2'0,"-13"0"0,175-19 0,-275 15 0,-1-1 0,0 0 0,-1 0 0,1-1 0,0-1 0,-1 0 0,15-10 0,-24 14 0,0-1 0,0 0 0,0 0 0,-1 0 0,1 0 0,0 0 0,-1-1 0,0 1 0,0-1 0,0 1 0,0-1 0,0 0 0,0 0 0,0 0 0,-1 0 0,0 0 0,0-1 0,0 1 0,0 0 0,0 0 0,0-1 0,-1 1 0,0-1 0,1 1 0,-1 0 0,-1-1 0,1 1 0,0-1 0,-1 1 0,0 0 0,0-1 0,0 1 0,-2-5 0,1 3 0,-1 1 0,0 0 0,0 0 0,0 0 0,0 0 0,-1 1 0,1-1 0,-1 1 0,0 0 0,0 0 0,0 0 0,0 0 0,-1 1 0,1-1 0,-1 1 0,1 1 0,-1-1 0,0 1 0,-7-2 0,-10-1 0,0 0 0,-43 0 0,61 3 0,-4 1 0,0-1 0,0 1 0,0 1 0,1-1 0,-1 1 0,0 1 0,0-1 0,0 1 0,1 1 0,-1-1 0,1 1 0,0 1 0,0-1 0,0 1 0,0 0 0,1 1 0,0 0 0,-1 0 0,2 0 0,-1 1 0,1-1 0,0 1 0,0 1 0,-5 7 0,3-4 0,-17 23 0,2 1 0,1 0 0,-24 57 0,40-80 0,1-1 0,1 1 0,0 0 0,1 0 0,0 1 0,0-1 0,1 0 0,1 1 0,0-1 0,1 0 0,0 1 0,0-1 0,1 0 0,1 0 0,0 0 0,0 0 0,7 14 0,-6-18 0,-1 1 0,2-1 0,-1 0 0,1 0 0,0-1 0,0 1 0,1-1 0,0 0 0,0-1 0,0 1 0,1-1 0,0-1 0,0 1 0,0-1 0,13 5 0,-4-3 0,1-1 0,0-1 0,0-1 0,0-1 0,0 0 0,28-1 0,-11 0-273,0-1 0,1-2 0,-1-2 0,66-15 0,-55 4-6553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37.8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24575,'5'0'0,"8"0"0,6 5 0,17 8 0,8 6 0,13 6 0,7 10 0,4 4 0,-4-4 0,-8-9 0,-2-8 0,-5-7 0,-5-6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38.4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198 1 24575,'-2'81'0,"-20"127"0,-32 74 0,52-272 0,-45 173 0,-3 13 0,42-156 0,3-1 0,0 1 0,3 43 0,4-17-1365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39.6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24575,'3'0'0,"0"1"0,0 0 0,0-1 0,0 1 0,0 0 0,0 1 0,0-1 0,-1 1 0,1-1 0,0 1 0,-1 0 0,1 0 0,-1 0 0,0 0 0,0 0 0,1 0 0,-1 1 0,-1-1 0,1 1 0,0-1 0,-1 1 0,1 0 0,-1 0 0,2 5 0,3 6 0,-1 1 0,-1 0 0,5 25 0,3 68 0,-5 0 0,-8 137 0,-1-130 0,0-18 0,2 118 0,1-209 0,-1-1 0,1 1 0,0-1 0,0 0 0,3 10 0,-4-15 0,1 1 0,-1-1 0,0 1 0,0-1 0,1 1 0,-1 0 0,0-1 0,1 1 0,-1-1 0,1 0 0,-1 1 0,1-1 0,-1 1 0,0-1 0,1 0 0,0 1 0,-1-1 0,1 0 0,-1 1 0,1-1 0,-1 0 0,1 0 0,0 0 0,0 0 0,0 0 0,1 0 0,-1-1 0,0 1 0,0 0 0,0-1 0,0 1 0,0-1 0,0 1 0,0-1 0,0 0 0,-1 0 0,1 1 0,0-1 0,0 0 0,0 0 0,-1 0 0,2-1 0,11-17 0,0 0 0,-1-1 0,15-34 0,-2 5 0,-4 8 0,-8 13 0,2 1 0,0 1 0,2 1 0,24-30 0,-35 49 0,0 0 0,0 0 0,0 1 0,0 0 0,1 0 0,0 0 0,0 1 0,0 0 0,0 1 0,1 0 0,-1 0 0,1 0 0,0 1 0,0 0 0,0 0 0,0 1 0,0 0 0,1 1 0,-1 0 0,14 1 0,-15 0 0,-1 0 0,1 1 0,-1-1 0,0 1 0,0 1 0,0-1 0,0 1 0,0 0 0,-1 0 0,1 0 0,-1 1 0,0 0 0,0 0 0,0 1 0,-1-1 0,1 1 0,-1 0 0,0 0 0,0 0 0,-1 1 0,0 0 0,0-1 0,0 1 0,-1 0 0,1 0 0,-1 0 0,-1 1 0,1-1 0,-1 0 0,0 11 0,0-6 0,0-1 0,-1 1 0,0-1 0,-1 1 0,0-1 0,-1 1 0,0-1 0,-1 1 0,0-1 0,-1 0 0,0-1 0,0 1 0,-1 0 0,0-1 0,-1 0 0,0-1 0,0 1 0,-11 10 0,-148 112 0,33-29 0,79-63 120,48-37-244,1 1 0,0-1 1,-1 0-1,1-1 0,-1 1 0,0-1 1,0 0-1,0 0 0,1 0 0,-1-1 1,-6 1-1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40.8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166 70 24575,'-10'6'0,"-1"1"0,1 0 0,-1 1 0,2 0 0,-1 1 0,2 0 0,-1 0 0,1 1 0,0 0 0,1 0 0,0 1 0,1 0 0,0 0 0,1 1 0,-6 17 0,4-7 0,0 0 0,2 1 0,1-1 0,1 1 0,1 0 0,1 0 0,2 40 0,0-60 0,0 0 0,-1 0 0,1 0 0,0 1 0,0-1 0,0-1 0,1 1 0,-1 0 0,1 0 0,0 0 0,0-1 0,0 1 0,0-1 0,0 1 0,0-1 0,1 0 0,-1 0 0,1 0 0,-1 0 0,1-1 0,0 1 0,0-1 0,-1 1 0,1-1 0,0 0 0,1 0 0,-1 0 0,6 0 0,9 2 0,0-1 0,1 0 0,34-3 0,-31 1 0,17-1 0,1-2 0,76-14 0,-100 13 0,0 0 0,-1-1 0,1-1 0,-1 0 0,-1-1 0,1 0 0,-1-1 0,0-1 0,-1 0 0,13-12 0,-20 15 0,-1 0 0,0-1 0,0 1 0,0-1 0,-1 0 0,0 0 0,-1 0 0,1 0 0,-1-1 0,-1 0 0,1 1 0,-2-1 0,3-14 0,-2-6 0,-1 1 0,-4-48 0,0 29 0,4 42 0,-1-1 0,-1 0 0,1 0 0,-1 0 0,1 0 0,-1 1 0,-1-1 0,1 0 0,-1 1 0,1-1 0,-1 1 0,-1 0 0,1-1 0,-1 1 0,1 0 0,-1 1 0,0-1 0,-1 0 0,1 1 0,0-1 0,-1 1 0,0 0 0,0 1 0,0-1 0,0 0 0,0 1 0,-1 0 0,1 0 0,-1 0 0,-8-1 0,-7-2-455,0 2 0,-38-2 0,6 3-6371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43.1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555 60 24575,'-11'-1'0,"-1"0"0,1-1 0,0 0 0,0-1 0,-20-7 0,-10-4 0,35 13 0,-23-7 0,0 2 0,-51-5 0,71 11 0,0-1 0,0 2 0,0 0 0,0 0 0,0 0 0,0 1 0,0 0 0,1 1 0,-1 0 0,1 1 0,0-1 0,0 2 0,-11 6 0,7-2 0,0 1 0,1 0 0,1 1 0,-1 0 0,2 0 0,-1 1 0,2 1 0,-1 0 0,2 0 0,0 0 0,0 1 0,2 0 0,-1 0 0,-3 17 0,3-4 0,2 0 0,0 1 0,1-1 0,2 1 0,1 0 0,7 51 0,-7-76 0,1 0 0,0 0 0,0 0 0,0 0 0,0 0 0,0 0 0,0 0 0,1-1 0,-1 1 0,1 0 0,0-1 0,0 0 0,0 1 0,0-1 0,0 0 0,0 0 0,1 0 0,-1 0 0,1 0 0,-1-1 0,1 1 0,0-1 0,0 0 0,0 0 0,-1 0 0,1 0 0,5 1 0,6 0 0,0 0 0,0-1 0,0 0 0,25-3 0,-19 0 0,0-1 0,-1-2 0,1 0 0,-1 0 0,0-2 0,-1-1 0,1 0 0,-2-1 0,1-1 0,-1 0 0,-1-2 0,29-25 0,0-4 0,-3-3 0,74-97 0,-92 103 0,-20 30 0,0 1 0,0 0 0,0 0 0,1 0 0,0 1 0,1 0 0,-1 0 0,1 0 0,0 1 0,12-9 0,-17 14 0,0 0 0,-1 0 0,1-1 0,0 1 0,-1 0 0,1 0 0,0 0 0,0 0 0,-1 0 0,1 1 0,0-1 0,-1 0 0,1 0 0,0 0 0,0 0 0,-1 1 0,1-1 0,0 0 0,-1 1 0,1-1 0,-1 1 0,1-1 0,0 1 0,-1-1 0,1 1 0,-1-1 0,1 1 0,-1-1 0,0 1 0,1-1 0,-1 1 0,0 0 0,1-1 0,-1 1 0,0 0 0,0-1 0,1 1 0,-1 0 0,0 0 0,0-1 0,0 1 0,0 1 0,5 36 0,-4-34 0,0 221-217,-2-168-931,0-14-5678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44.2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1 204 24575,'-1'188'0,"3"-172"0,2-18 0,7-26 0,-9 23 0,19-62 0,-10 29 0,26-56 0,-32 83 0,1-1 0,1 1 0,0 1 0,0-1 0,1 1 0,1 0 0,-1 1 0,20-16 0,-16 17-114,-1 0 1,1 1-1,1 0 0,-1 1 0,1 1 1,0 0-1,0 0 0,1 2 0,-1-1 1,1 2-1,24-2 0,-6 3-6712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45.8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564 721 24575,'-1'-3'0,"1"1"0,-1 0 0,1-1 0,-1 1 0,0 0 0,0 0 0,0 0 0,0 0 0,-1 0 0,1 0 0,-1 0 0,1 0 0,-1 0 0,1 0 0,-1 1 0,0-1 0,0 1 0,0-1 0,0 1 0,0 0 0,0 0 0,0 0 0,-1 0 0,1 0 0,0 0 0,-3 0 0,-6-2 0,0 0 0,0 0 0,0 1 0,-14 0 0,16 1 0,0 1 0,0 0 0,-1 1 0,1 0 0,0 1 0,0-1 0,0 2 0,0-1 0,1 1 0,-1 1 0,1 0 0,-9 4 0,6 0 0,0-1 0,1 2 0,0 0 0,0 0 0,1 0 0,0 1 0,-14 22 0,-18 31 0,2 2 0,3 2 0,3 1 0,-42 128 0,73-190 0,0 0 0,0 0 0,1 0 0,0 0 0,1 0 0,-1 0 0,1 0 0,0 7 0,1-11 0,-1 0 0,1-1 0,-1 1 0,1 0 0,0 0 0,0 0 0,-1 0 0,1 0 0,1-1 0,-1 1 0,0 0 0,0-1 0,1 1 0,-1-1 0,1 1 0,-1-1 0,1 0 0,-1 0 0,1 0 0,0 0 0,0 0 0,0 0 0,-1 0 0,1 0 0,0-1 0,0 1 0,3 0 0,4 0 0,1 0 0,0 0 0,-1-1 0,1-1 0,-1 1 0,1-2 0,-1 1 0,0-1 0,1-1 0,-1 1 0,0-2 0,10-4 0,19-10 0,48-31 0,-85 49 0,32-21 0,-1-1 0,0-1 0,-2-2 0,-1-1 0,-1-1 0,-1-1 0,-1-2 0,-2-1 0,-1 0 0,-2-2 0,-1-1 0,25-57 0,-32 56 0,-1-1 0,-3-1 0,-1 0 0,6-71 0,-11-150 0,-4 234 0,0-257 0,2 264 0,3 20 0,3 32 0,6 104 0,-5 146 0,-1 14 0,29 39 0,-36-276-1365,-8-20-5461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47.7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906 1034 24575,'-1'-2'0,"0"-1"0,0 1 0,0 0 0,-1 0 0,1 0 0,-1 0 0,1 0 0,-1 0 0,0 0 0,0 0 0,0 0 0,0 1 0,0-1 0,0 1 0,0 0 0,0-1 0,-1 1 0,-2-1 0,-4-3 0,-35-21 0,0 3 0,-1 1 0,-76-25 0,84 36 0,1 2 0,-2 1 0,1 2 0,-1 2 0,-58 1 0,75 3 0,-1 2 0,1 0 0,-1 1 0,1 2 0,0 0 0,1 1 0,-33 14 0,45-16 0,0 0 0,0 0 0,1 1 0,0-1 0,0 2 0,0-1 0,0 1 0,1 0 0,0 1 0,0-1 0,1 1 0,0 0 0,0 0 0,0 1 0,1 0 0,0 0 0,1 0 0,0 0 0,0 0 0,1 0 0,-2 12 0,2-12 0,1 0 0,1 0 0,-1 0 0,1 0 0,3 16 0,-3-21 0,1-1 0,0 1 0,0 0 0,0-1 0,0 1 0,0-1 0,0 1 0,1-1 0,0 0 0,-1 0 0,1 1 0,0-1 0,0 0 0,0 0 0,0-1 0,0 1 0,0 0 0,1-1 0,-1 1 0,1-1 0,3 2 0,14 3 0,-1-1 0,1-1 0,1 0 0,-1-1 0,0-2 0,42-1 0,-22 0 0,32 2 0,0-4 0,0-3 0,103-20 0,-149 19 0,-1 0 0,0-2 0,-1 0 0,0-2 0,0-1 0,-1 0 0,0-2 0,-1-1 0,0-1 0,-2 0 0,1-2 0,-2 0 0,20-23 0,-25 22 0,0-1 0,-1-1 0,-1 0 0,-1 0 0,-1-2 0,13-36 0,-10 13 0,-2 0 0,7-64 0,37-142 0,-13 77 0,-15 29 0,-21 179 0,-7 364 0,1 34 0,5-359-1365,2-17-5461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48.5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1 301 24575,'0'440'0,"0"-484"0,1 1 0,2 0 0,18-80 0,-6 69 0,2 0 0,39-84 0,-47 119 0,1 0 0,1 0 0,1 1 0,0 1 0,2 0 0,-1 0 0,2 2 0,1 0 0,0 0 0,21-14 0,-26 23-136,1 0-1,-1 1 1,1 0-1,1 1 1,-1 0-1,0 1 1,1 1-1,0 0 0,19-1 1,10 1-6690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49.3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24575,'6'0'0,"1"6"0,1 12 0,-2 14 0,-2 8 0,-7 18 0,-4 5 0,1-3 0,0-6 0,1-12-8191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51.9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24575,'72'144'0,"158"238"0,-91-172 0,-75-109 0,-64-101 0,4 6 0,0-1 0,0 1 0,0-1 0,0 0 0,8 6 0,-12-10 0,1 0 0,0-1 0,0 1 0,0 0 0,0-1 0,0 1 0,0-1 0,0 0 0,0 1 0,0-1 0,0 0 0,0 1 0,0-1 0,0 0 0,0 0 0,0 0 0,1 0 0,-1 0 0,0 0 0,0 0 0,0 0 0,0-1 0,0 1 0,0 0 0,0-1 0,0 1 0,0-1 0,0 1 0,0-1 0,0 1 0,0-1 0,0 0 0,0 1 0,-1-1 0,1 0 0,0 0 0,0 1 0,-1-1 0,1 0 0,0-2 0,4-4 0,-1 0 0,0-1 0,0 0 0,-1 0 0,0 0 0,0 0 0,-1 0 0,0 0 0,1-10 0,3-84 0,-4 53 0,4-11 25,2 0 0,19-70 0,44-112-570,-46 164-350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53.2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1 491 24575,'0'1'0,"0"0"0,1 0 0,-1 1 0,1-1 0,-1 0 0,1 0 0,-1 0 0,1 0 0,0 0 0,-1 0 0,1 0 0,0 0 0,0 0 0,0-1 0,0 1 0,-1 0 0,1 0 0,0-1 0,1 1 0,-1-1 0,0 1 0,0-1 0,0 1 0,0-1 0,0 0 0,0 1 0,3-1 0,37 6 0,-37-5 0,92 5 0,156-9 0,-244 2 0,1 0 0,0-1 0,-1 1 0,1-2 0,-1 1 0,0-1 0,0 0 0,0-1 0,0 0 0,-1 0 0,1-1 0,-1 0 0,0 0 0,10-10 0,-10 8 0,-1-1 0,1-1 0,-1 1 0,0-1 0,-1 0 0,0 0 0,-1-1 0,0 1 0,0-1 0,-1 0 0,4-20 0,48-201 0,-54 226 0,0 0 0,0 0 0,0-1 0,-1 1 0,0 0 0,0 0 0,-1 0 0,1 0 0,-1 0 0,-2-9 0,1 12 0,1-1 0,0 1 0,-1 0 0,1 0 0,-1 0 0,1 0 0,-1 0 0,0 0 0,0 0 0,0 1 0,0-1 0,0 1 0,0-1 0,-1 1 0,1 0 0,0 0 0,-1 0 0,1 0 0,-1 0 0,1 0 0,-1 1 0,0-1 0,-3 1 0,-45-4 0,-1 2 0,0 3 0,-53 7 0,98-7 0,0 1 0,0-1 0,0 1 0,0 1 0,1 0 0,-1 0 0,1 0 0,-1 1 0,1-1 0,0 2 0,0-1 0,1 0 0,0 1 0,-1 0 0,1 1 0,1-1 0,-1 1 0,-6 11 0,-5 11 0,1 0 0,-22 59 0,29-67 0,-7 18 0,-4 7 0,2 0 0,2 1 0,-9 48 0,21-79 0,1 1 0,1-1 0,1 0 0,0 1 0,0-1 0,2 1 0,0-1 0,1 0 0,0 1 0,1-2 0,1 1 0,0 0 0,12 22 0,-8-21 0,0-1 0,1 0 0,0-1 0,2 0 0,-1 0 0,2-2 0,-1 1 0,2-1 0,0-1 0,0-1 0,1 0 0,0 0 0,1-2 0,0 0 0,0 0 0,1-2 0,-1 0 0,2-1 0,-1-1 0,0 0 0,1-2 0,23 2 0,-15-3 20,1-1 0,-1-1 0,0-2 0,1 0 0,41-12 0,-26 2-515,0-1 0,63-33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4:54.2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0 369 24575,'1'103'0,"3"-1"0,36 192 0,-25-218 0,-15-76 0,0 1 0,0 0 0,0-1 0,1 1 0,-1-1 0,0 1 0,0 0 0,0-1 0,1 1 0,-1-1 0,0 1 0,1-1 0,-1 1 0,0-1 0,1 1 0,-1-1 0,1 1 0,-1-1 0,1 1 0,-1-1 0,1 0 0,-1 1 0,1-1 0,-1 0 0,1 1 0,1-1 0,-1 0 0,0-1 0,0 1 0,0 0 0,-1-1 0,1 1 0,0-1 0,0 0 0,0 1 0,-1-1 0,1 0 0,0 1 0,0-1 0,-1 0 0,1 0 0,-1 0 0,1 0 0,0-1 0,6-11 0,-1-1 0,0 0 0,-1 0 0,4-19 0,0 3 0,16-54 0,59-187 0,-53 184 0,45-87 0,-67 155 0,1 0 0,1 1 0,0 1 0,2 0 0,0 0 0,20-19 0,-25 29 0,0 0 0,1 1 0,-1 0 0,1 0 0,1 1 0,-1 0 0,1 1 0,0 0 0,0 0 0,0 1 0,0 1 0,0 0 0,1 0 0,14 0 0,-17 1 0,1 1 0,-1 0 0,1 1 0,-1-1 0,1 2 0,-1-1 0,0 1 0,0 1 0,0-1 0,0 1 0,0 1 0,8 4 0,-10-4 0,0 1 0,0 0 0,0 0 0,-1 0 0,0 1 0,0 0 0,0 0 0,-1 0 0,0 0 0,0 1 0,0-1 0,-1 1 0,5 15 0,-1 2 0,-1 0 0,-1 1 0,-1 0 0,1 38 0,-7 106 0,0-125 0,1-25-455,0 1 0,-6 26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5:08.38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2095 24575,'3'0'0,"0"0"0,1-1 0,-1 1 0,0 0 0,1-1 0,-1 0 0,0 0 0,0 0 0,1 0 0,-1-1 0,0 1 0,0-1 0,3-2 0,11-6 0,180-106 0,81-42 0,-238 140 0,1 1 0,0 1 0,1 3 0,0 1 0,58-7 0,3 5 0,-1-5 0,-1-4 0,0-4 0,124-53 0,-34 8 0,262-64 0,96-33 0,-49 7 0,-446 146 0,76-19 0,-48 14 0,93-37 0,-105 29 0,-9 2 0,1 3 0,111-27 0,-51 29 0,151-6 0,131 14 0,182-16 0,-12-66 0,-163 23 0,-245 48 0,764-146 0,-531 61 0,38-9 0,-366 103 0,1 3 0,1 3 0,80 0 0,306 11 0,-238 2 0,-206-4 0,0 2 0,0 0 0,0 1 0,-1 1 0,1 0 0,14 5 0,-20-4 0,0 0 0,-1 0 0,1 1 0,-1 0 0,0 0 0,-1 1 0,1 0 0,-1 0 0,0 1 0,10 13 0,10 16 0,-2 2 0,-1 1 0,35 79 0,39 137 0,-81-207 0,14 33 0,3-2 0,4-1 0,63 96 0,-89-151 0,0-1 0,-2 2 0,-1-1 0,-1 1 0,0 1 0,-2 0 0,4 38 0,1-6 0,-4-29 0,1-1 0,1-1 0,1 0 0,1 0 0,28 46 0,-4-20 0,63 76 0,-55-74 0,35 63 0,-52-76 0,1-1 0,2-1 0,1-1 0,42 39 0,58 44 0,-97-91 0,2-2 0,51 34 0,-65-49 0,0-1 0,1 0 0,0-2 0,1-1 0,0 0 0,0-2 0,1-1 0,0 0 0,0-2 0,1-1 0,-1-1 0,34-1 0,-24-2 0,-12 0 0,1 0 0,0 2 0,-1 0 0,1 2 0,42 10 0,41 20 0,3 0 0,0 5 0,125 63 0,-213-90 0,0 1 0,-1 1 0,29 25 0,-40-31 0,-2 1 0,1 0 0,-1 1 0,0-1 0,-1 1 0,0 1 0,0-1 0,-1 1 0,0 0 0,3 12 0,5 28 0,-2 0 0,-3 1 0,-2 0 0,0 64 0,-4-52 0,3-1 0,18 85 0,87 222 0,-58-206 0,-34-107-455,3-1 0,33 63 0,-28-71-6371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5:13.8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299 0 24575,'0'3'0,"0"17"0,-3 23 0,-6 25 0,-7 26 0,-4 23 0,-4 19-1539,-4 11 1539,-5 5 0,-2-3 0,-1-13 0,2-14 0,8-24 0,8-26 374,7-23-374,5-19-7026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5:14.6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0 151 24575,'17'-3'0,"27"-3"0,32-10 0,22-4 0,8-2 0,-6-2 0,-11-1 0,-18 5 0,-21 5-8191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5:15.4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133 0 24575,'-4'10'0,"1"-1"0,-1 1 0,-1 14 0,-1 0 0,-81 380 0,76-325 0,3 0 0,3 138 0,6-214 0,-1 15 0,6 30 0,-5-43 0,0-1 0,0 1 0,0-1 0,1 0 0,-1 0 0,1 0 0,0 0 0,1 0 0,-1 0 0,0 0 0,1-1 0,5 6 0,-6-7 0,1 0 0,0-1 0,-1 1 0,1-1 0,0 0 0,0 0 0,0 0 0,0 0 0,0 0 0,0-1 0,1 1 0,-1-1 0,0 0 0,0 0 0,0 0 0,0 0 0,4-1 0,8-1 0,-1 0 0,1-1 0,0-1 0,27-11 0,-12 1 0,34-20 0,-32 14 0,0-2 0,-2-1 0,-1-1 0,-1-1 0,42-49 0,-44 43 0,-1-2 0,-2-1 0,-2-1 0,-1-1 0,17-40 0,-27 48 24,0 0 0,-2-1 0,0 0 0,4-50 0,-8 33-519,-3-1 0,-5-56 0,2 75-6331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5:16.3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152 0 24575,'0'3'0,"0"18"0,0 29 0,0 30 0,0 33 0,-3 34 0,-3 26-2639,-7 10 2639,-6 5 0,-6-15 0,-1-27 0,1-32-57,5-33 57,5-30-5495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5:17.0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0 116 24575,'3'0'0,"6"0"0,8 0 0,17-5 0,11-6 0,15-2 0,8-3 0,-2 2 0,-1 1 0,-6 1 0,-2 2 0,-8-2 0,-13 2-8191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5:17.7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82 24575,'3'-6'0,"12"-4"0,17-3 0,15-3 0,7 2 0,3 3 0,-6 4 0,-11 2-8191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1:35:19.3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24575,'3'0'0,"4"0"0,5 3 0,5 4 0,1 2 0,4 4 0,0-1 0,3-2 0,-1-3 0,-1 0 0,-2 4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04:38:37.3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24575,'16'503'0,"11"-258"0,-21-193 0,-2 1 0,-5 87 0,2 36 0,-1-170-227,1 0-1,0 0 1,0 0-1,1-1 1,3 10-1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04:38:39.1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24575,'4'1'0,"0"0"0,0 0 0,0 0 0,-1 0 0,1 1 0,0 0 0,-1 0 0,0 0 0,1 0 0,-1 1 0,0-1 0,3 4 0,9 5 0,76 54 0,-43-29 0,90 50 0,-107-71 0,-2 2 0,0 1 0,-2 2 0,29 24 0,-48-37 0,1 0 0,1-1 0,15 9 0,9 4 0,9 9 0,-16-11 0,0 1 0,28 25 0,-48-37 0,0 1 0,-1-1 0,0 1 0,-1 0 0,1 1 0,-1 0 0,-1-1 0,1 2 0,-1-1 0,-1 0 0,1 1 0,2 11 0,2 10 0,1 0 0,16 35 0,2 4 0,-20-46-1365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7052D-0BDF-47C7-89E8-95D88B5A96BF}" type="datetimeFigureOut">
              <a:rPr lang="en-PH" smtClean="0"/>
              <a:t>4/10/2026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E6D7-1869-47DB-B098-48F633014C0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9682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7052D-0BDF-47C7-89E8-95D88B5A96BF}" type="datetimeFigureOut">
              <a:rPr lang="en-PH" smtClean="0"/>
              <a:t>4/10/2026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E6D7-1869-47DB-B098-48F633014C0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2698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7052D-0BDF-47C7-89E8-95D88B5A96BF}" type="datetimeFigureOut">
              <a:rPr lang="en-PH" smtClean="0"/>
              <a:t>4/10/2026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E6D7-1869-47DB-B098-48F633014C0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504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7052D-0BDF-47C7-89E8-95D88B5A96BF}" type="datetimeFigureOut">
              <a:rPr lang="en-PH" smtClean="0"/>
              <a:t>4/10/2026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E6D7-1869-47DB-B098-48F633014C0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98300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7052D-0BDF-47C7-89E8-95D88B5A96BF}" type="datetimeFigureOut">
              <a:rPr lang="en-PH" smtClean="0"/>
              <a:t>4/10/2026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E6D7-1869-47DB-B098-48F633014C0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5773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7052D-0BDF-47C7-89E8-95D88B5A96BF}" type="datetimeFigureOut">
              <a:rPr lang="en-PH" smtClean="0"/>
              <a:t>4/10/2026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E6D7-1869-47DB-B098-48F633014C0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15840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7052D-0BDF-47C7-89E8-95D88B5A96BF}" type="datetimeFigureOut">
              <a:rPr lang="en-PH" smtClean="0"/>
              <a:t>4/10/2026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E6D7-1869-47DB-B098-48F633014C0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36946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7052D-0BDF-47C7-89E8-95D88B5A96BF}" type="datetimeFigureOut">
              <a:rPr lang="en-PH" smtClean="0"/>
              <a:t>4/10/2026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E6D7-1869-47DB-B098-48F633014C0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755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7052D-0BDF-47C7-89E8-95D88B5A96BF}" type="datetimeFigureOut">
              <a:rPr lang="en-PH" smtClean="0"/>
              <a:t>4/10/2026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E6D7-1869-47DB-B098-48F633014C0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4136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7052D-0BDF-47C7-89E8-95D88B5A96BF}" type="datetimeFigureOut">
              <a:rPr lang="en-PH" smtClean="0"/>
              <a:t>4/10/2026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E6D7-1869-47DB-B098-48F633014C0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415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7052D-0BDF-47C7-89E8-95D88B5A96BF}" type="datetimeFigureOut">
              <a:rPr lang="en-PH" smtClean="0"/>
              <a:t>4/10/2026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E6D7-1869-47DB-B098-48F633014C0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71273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7052D-0BDF-47C7-89E8-95D88B5A96BF}" type="datetimeFigureOut">
              <a:rPr lang="en-PH" smtClean="0"/>
              <a:t>4/10/2026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8E6D7-1869-47DB-B098-48F633014C0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625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image" Target="../media/image68.png"/><Relationship Id="rId159" Type="http://schemas.openxmlformats.org/officeDocument/2006/relationships/customXml" Target="../ink/ink80.xml"/><Relationship Id="rId170" Type="http://schemas.openxmlformats.org/officeDocument/2006/relationships/image" Target="../media/image84.png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26" Type="http://schemas.openxmlformats.org/officeDocument/2006/relationships/image" Target="../media/image112.png"/><Relationship Id="rId247" Type="http://schemas.openxmlformats.org/officeDocument/2006/relationships/customXml" Target="../ink/ink124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image" Target="../media/image63.png"/><Relationship Id="rId149" Type="http://schemas.openxmlformats.org/officeDocument/2006/relationships/customXml" Target="../ink/ink75.xml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image" Target="../media/image79.png"/><Relationship Id="rId181" Type="http://schemas.openxmlformats.org/officeDocument/2006/relationships/customXml" Target="../ink/ink91.xml"/><Relationship Id="rId216" Type="http://schemas.openxmlformats.org/officeDocument/2006/relationships/image" Target="../media/image107.png"/><Relationship Id="rId237" Type="http://schemas.openxmlformats.org/officeDocument/2006/relationships/customXml" Target="../ink/ink119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customXml" Target="../ink/ink70.xml"/><Relationship Id="rId85" Type="http://schemas.openxmlformats.org/officeDocument/2006/relationships/image" Target="../media/image42.png"/><Relationship Id="rId150" Type="http://schemas.openxmlformats.org/officeDocument/2006/relationships/image" Target="../media/image74.png"/><Relationship Id="rId171" Type="http://schemas.openxmlformats.org/officeDocument/2006/relationships/customXml" Target="../ink/ink86.xml"/><Relationship Id="rId192" Type="http://schemas.openxmlformats.org/officeDocument/2006/relationships/image" Target="../media/image95.png"/><Relationship Id="rId206" Type="http://schemas.openxmlformats.org/officeDocument/2006/relationships/image" Target="../media/image102.png"/><Relationship Id="rId227" Type="http://schemas.openxmlformats.org/officeDocument/2006/relationships/customXml" Target="../ink/ink114.xml"/><Relationship Id="rId248" Type="http://schemas.openxmlformats.org/officeDocument/2006/relationships/image" Target="../media/image123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customXml" Target="../ink/ink65.xml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image" Target="../media/image69.png"/><Relationship Id="rId161" Type="http://schemas.openxmlformats.org/officeDocument/2006/relationships/customXml" Target="../ink/ink81.xml"/><Relationship Id="rId182" Type="http://schemas.openxmlformats.org/officeDocument/2006/relationships/image" Target="../media/image90.png"/><Relationship Id="rId217" Type="http://schemas.openxmlformats.org/officeDocument/2006/relationships/customXml" Target="../ink/ink109.xml"/><Relationship Id="rId6" Type="http://schemas.openxmlformats.org/officeDocument/2006/relationships/customXml" Target="../ink/ink3.xml"/><Relationship Id="rId238" Type="http://schemas.openxmlformats.org/officeDocument/2006/relationships/image" Target="../media/image118.png"/><Relationship Id="rId23" Type="http://schemas.openxmlformats.org/officeDocument/2006/relationships/image" Target="../media/image11.png"/><Relationship Id="rId119" Type="http://schemas.openxmlformats.org/officeDocument/2006/relationships/customXml" Target="../ink/ink60.xml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image" Target="../media/image64.png"/><Relationship Id="rId151" Type="http://schemas.openxmlformats.org/officeDocument/2006/relationships/customXml" Target="../ink/ink76.xml"/><Relationship Id="rId172" Type="http://schemas.openxmlformats.org/officeDocument/2006/relationships/image" Target="../media/image85.png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28" Type="http://schemas.openxmlformats.org/officeDocument/2006/relationships/image" Target="../media/image113.png"/><Relationship Id="rId249" Type="http://schemas.openxmlformats.org/officeDocument/2006/relationships/customXml" Target="../ink/ink125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image" Target="../media/image59.png"/><Relationship Id="rId141" Type="http://schemas.openxmlformats.org/officeDocument/2006/relationships/customXml" Target="../ink/ink71.xml"/><Relationship Id="rId7" Type="http://schemas.openxmlformats.org/officeDocument/2006/relationships/image" Target="../media/image3.png"/><Relationship Id="rId162" Type="http://schemas.openxmlformats.org/officeDocument/2006/relationships/image" Target="../media/image80.png"/><Relationship Id="rId183" Type="http://schemas.openxmlformats.org/officeDocument/2006/relationships/customXml" Target="../ink/ink92.xml"/><Relationship Id="rId218" Type="http://schemas.openxmlformats.org/officeDocument/2006/relationships/image" Target="../media/image108.png"/><Relationship Id="rId239" Type="http://schemas.openxmlformats.org/officeDocument/2006/relationships/customXml" Target="../ink/ink120.xml"/><Relationship Id="rId250" Type="http://schemas.openxmlformats.org/officeDocument/2006/relationships/image" Target="../media/image124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customXml" Target="../ink/ink66.xml"/><Relationship Id="rId152" Type="http://schemas.openxmlformats.org/officeDocument/2006/relationships/image" Target="../media/image75.png"/><Relationship Id="rId173" Type="http://schemas.openxmlformats.org/officeDocument/2006/relationships/customXml" Target="../ink/ink87.xml"/><Relationship Id="rId194" Type="http://schemas.openxmlformats.org/officeDocument/2006/relationships/image" Target="../media/image96.png"/><Relationship Id="rId208" Type="http://schemas.openxmlformats.org/officeDocument/2006/relationships/image" Target="../media/image103.png"/><Relationship Id="rId229" Type="http://schemas.openxmlformats.org/officeDocument/2006/relationships/customXml" Target="../ink/ink115.xml"/><Relationship Id="rId240" Type="http://schemas.openxmlformats.org/officeDocument/2006/relationships/image" Target="../media/image119.png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42" Type="http://schemas.openxmlformats.org/officeDocument/2006/relationships/image" Target="../media/image70.png"/><Relationship Id="rId163" Type="http://schemas.openxmlformats.org/officeDocument/2006/relationships/customXml" Target="../ink/ink82.xml"/><Relationship Id="rId184" Type="http://schemas.openxmlformats.org/officeDocument/2006/relationships/image" Target="../media/image91.png"/><Relationship Id="rId219" Type="http://schemas.openxmlformats.org/officeDocument/2006/relationships/customXml" Target="../ink/ink110.xml"/><Relationship Id="rId230" Type="http://schemas.openxmlformats.org/officeDocument/2006/relationships/image" Target="../media/image114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image" Target="../media/image65.png"/><Relationship Id="rId153" Type="http://schemas.openxmlformats.org/officeDocument/2006/relationships/customXml" Target="../ink/ink77.xml"/><Relationship Id="rId174" Type="http://schemas.openxmlformats.org/officeDocument/2006/relationships/image" Target="../media/image86.png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220" Type="http://schemas.openxmlformats.org/officeDocument/2006/relationships/image" Target="../media/image109.png"/><Relationship Id="rId241" Type="http://schemas.openxmlformats.org/officeDocument/2006/relationships/customXml" Target="../ink/ink121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image" Target="../media/image60.png"/><Relationship Id="rId143" Type="http://schemas.openxmlformats.org/officeDocument/2006/relationships/customXml" Target="../ink/ink72.xml"/><Relationship Id="rId164" Type="http://schemas.openxmlformats.org/officeDocument/2006/relationships/image" Target="../media/image81.png"/><Relationship Id="rId185" Type="http://schemas.openxmlformats.org/officeDocument/2006/relationships/customXml" Target="../ink/ink93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image" Target="../media/image89.png"/><Relationship Id="rId210" Type="http://schemas.openxmlformats.org/officeDocument/2006/relationships/image" Target="../media/image104.png"/><Relationship Id="rId215" Type="http://schemas.openxmlformats.org/officeDocument/2006/relationships/customXml" Target="../ink/ink108.xml"/><Relationship Id="rId236" Type="http://schemas.openxmlformats.org/officeDocument/2006/relationships/image" Target="../media/image117.png"/><Relationship Id="rId26" Type="http://schemas.openxmlformats.org/officeDocument/2006/relationships/customXml" Target="../ink/ink13.xml"/><Relationship Id="rId231" Type="http://schemas.openxmlformats.org/officeDocument/2006/relationships/customXml" Target="../ink/ink116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customXml" Target="../ink/ink67.xml"/><Relationship Id="rId154" Type="http://schemas.openxmlformats.org/officeDocument/2006/relationships/image" Target="../media/image76.png"/><Relationship Id="rId175" Type="http://schemas.openxmlformats.org/officeDocument/2006/relationships/customXml" Target="../ink/ink88.xml"/><Relationship Id="rId196" Type="http://schemas.openxmlformats.org/officeDocument/2006/relationships/image" Target="../media/image97.png"/><Relationship Id="rId200" Type="http://schemas.openxmlformats.org/officeDocument/2006/relationships/image" Target="../media/image99.png"/><Relationship Id="rId16" Type="http://schemas.openxmlformats.org/officeDocument/2006/relationships/customXml" Target="../ink/ink8.xml"/><Relationship Id="rId221" Type="http://schemas.openxmlformats.org/officeDocument/2006/relationships/customXml" Target="../ink/ink111.xml"/><Relationship Id="rId242" Type="http://schemas.openxmlformats.org/officeDocument/2006/relationships/image" Target="../media/image120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customXml" Target="../ink/ink62.xml"/><Relationship Id="rId144" Type="http://schemas.openxmlformats.org/officeDocument/2006/relationships/image" Target="../media/image71.png"/><Relationship Id="rId90" Type="http://schemas.openxmlformats.org/officeDocument/2006/relationships/customXml" Target="../ink/ink45.xml"/><Relationship Id="rId165" Type="http://schemas.openxmlformats.org/officeDocument/2006/relationships/customXml" Target="../ink/ink83.xml"/><Relationship Id="rId186" Type="http://schemas.openxmlformats.org/officeDocument/2006/relationships/image" Target="../media/image92.png"/><Relationship Id="rId211" Type="http://schemas.openxmlformats.org/officeDocument/2006/relationships/customXml" Target="../ink/ink106.xml"/><Relationship Id="rId232" Type="http://schemas.openxmlformats.org/officeDocument/2006/relationships/image" Target="../media/image115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image" Target="../media/image66.png"/><Relationship Id="rId80" Type="http://schemas.openxmlformats.org/officeDocument/2006/relationships/customXml" Target="../ink/ink40.xml"/><Relationship Id="rId155" Type="http://schemas.openxmlformats.org/officeDocument/2006/relationships/customXml" Target="../ink/ink78.xml"/><Relationship Id="rId176" Type="http://schemas.openxmlformats.org/officeDocument/2006/relationships/image" Target="../media/image87.png"/><Relationship Id="rId197" Type="http://schemas.openxmlformats.org/officeDocument/2006/relationships/customXml" Target="../ink/ink99.xml"/><Relationship Id="rId201" Type="http://schemas.openxmlformats.org/officeDocument/2006/relationships/customXml" Target="../ink/ink101.xml"/><Relationship Id="rId222" Type="http://schemas.openxmlformats.org/officeDocument/2006/relationships/image" Target="../media/image110.png"/><Relationship Id="rId243" Type="http://schemas.openxmlformats.org/officeDocument/2006/relationships/customXml" Target="../ink/ink122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image" Target="../media/image61.png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customXml" Target="../ink/ink73.xml"/><Relationship Id="rId166" Type="http://schemas.openxmlformats.org/officeDocument/2006/relationships/image" Target="../media/image82.png"/><Relationship Id="rId187" Type="http://schemas.openxmlformats.org/officeDocument/2006/relationships/customXml" Target="../ink/ink9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5.png"/><Relationship Id="rId233" Type="http://schemas.openxmlformats.org/officeDocument/2006/relationships/customXml" Target="../ink/ink11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customXml" Target="../ink/ink68.xml"/><Relationship Id="rId156" Type="http://schemas.openxmlformats.org/officeDocument/2006/relationships/image" Target="../media/image77.png"/><Relationship Id="rId177" Type="http://schemas.openxmlformats.org/officeDocument/2006/relationships/customXml" Target="../ink/ink89.xml"/><Relationship Id="rId198" Type="http://schemas.openxmlformats.org/officeDocument/2006/relationships/image" Target="../media/image98.png"/><Relationship Id="rId202" Type="http://schemas.openxmlformats.org/officeDocument/2006/relationships/image" Target="../media/image100.png"/><Relationship Id="rId223" Type="http://schemas.openxmlformats.org/officeDocument/2006/relationships/customXml" Target="../ink/ink112.xml"/><Relationship Id="rId244" Type="http://schemas.openxmlformats.org/officeDocument/2006/relationships/image" Target="../media/image121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customXml" Target="../ink/ink63.xml"/><Relationship Id="rId146" Type="http://schemas.openxmlformats.org/officeDocument/2006/relationships/image" Target="../media/image72.png"/><Relationship Id="rId167" Type="http://schemas.openxmlformats.org/officeDocument/2006/relationships/customXml" Target="../ink/ink84.xml"/><Relationship Id="rId188" Type="http://schemas.openxmlformats.org/officeDocument/2006/relationships/image" Target="../media/image9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customXml" Target="../ink/ink107.xml"/><Relationship Id="rId234" Type="http://schemas.openxmlformats.org/officeDocument/2006/relationships/image" Target="../media/image11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image" Target="../media/image67.png"/><Relationship Id="rId157" Type="http://schemas.openxmlformats.org/officeDocument/2006/relationships/customXml" Target="../ink/ink79.xml"/><Relationship Id="rId178" Type="http://schemas.openxmlformats.org/officeDocument/2006/relationships/image" Target="../media/image8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customXml" Target="../ink/ink100.xml"/><Relationship Id="rId203" Type="http://schemas.openxmlformats.org/officeDocument/2006/relationships/customXml" Target="../ink/ink102.xml"/><Relationship Id="rId19" Type="http://schemas.openxmlformats.org/officeDocument/2006/relationships/image" Target="../media/image9.png"/><Relationship Id="rId224" Type="http://schemas.openxmlformats.org/officeDocument/2006/relationships/image" Target="../media/image111.png"/><Relationship Id="rId245" Type="http://schemas.openxmlformats.org/officeDocument/2006/relationships/customXml" Target="../ink/ink123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image" Target="../media/image62.png"/><Relationship Id="rId147" Type="http://schemas.openxmlformats.org/officeDocument/2006/relationships/customXml" Target="../ink/ink74.xml"/><Relationship Id="rId168" Type="http://schemas.openxmlformats.org/officeDocument/2006/relationships/image" Target="../media/image83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customXml" Target="../ink/ink95.xml"/><Relationship Id="rId3" Type="http://schemas.openxmlformats.org/officeDocument/2006/relationships/image" Target="../media/image1.png"/><Relationship Id="rId214" Type="http://schemas.openxmlformats.org/officeDocument/2006/relationships/image" Target="../media/image106.png"/><Relationship Id="rId235" Type="http://schemas.openxmlformats.org/officeDocument/2006/relationships/customXml" Target="../ink/ink118.xml"/><Relationship Id="rId116" Type="http://schemas.openxmlformats.org/officeDocument/2006/relationships/customXml" Target="../ink/ink58.xml"/><Relationship Id="rId137" Type="http://schemas.openxmlformats.org/officeDocument/2006/relationships/customXml" Target="../ink/ink69.xml"/><Relationship Id="rId158" Type="http://schemas.openxmlformats.org/officeDocument/2006/relationships/image" Target="../media/image78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customXml" Target="../ink/ink90.xml"/><Relationship Id="rId190" Type="http://schemas.openxmlformats.org/officeDocument/2006/relationships/image" Target="../media/image94.png"/><Relationship Id="rId204" Type="http://schemas.openxmlformats.org/officeDocument/2006/relationships/image" Target="../media/image101.png"/><Relationship Id="rId225" Type="http://schemas.openxmlformats.org/officeDocument/2006/relationships/customXml" Target="../ink/ink113.xml"/><Relationship Id="rId246" Type="http://schemas.openxmlformats.org/officeDocument/2006/relationships/image" Target="../media/image122.png"/><Relationship Id="rId106" Type="http://schemas.openxmlformats.org/officeDocument/2006/relationships/customXml" Target="../ink/ink53.xml"/><Relationship Id="rId127" Type="http://schemas.openxmlformats.org/officeDocument/2006/relationships/customXml" Target="../ink/ink64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image" Target="../media/image73.png"/><Relationship Id="rId169" Type="http://schemas.openxmlformats.org/officeDocument/2006/relationships/customXml" Target="../ink/ink8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117419-9612-6343-D20F-638ED86C101F}"/>
              </a:ext>
            </a:extLst>
          </p:cNvPr>
          <p:cNvSpPr txBox="1"/>
          <p:nvPr/>
        </p:nvSpPr>
        <p:spPr>
          <a:xfrm>
            <a:off x="2002366" y="1828562"/>
            <a:ext cx="8187267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3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Group 5</a:t>
            </a:r>
          </a:p>
          <a:p>
            <a:pPr algn="ctr"/>
            <a:r>
              <a:rPr lang="en-PH" sz="6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Merge Sort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388C2A-7AB8-BC8E-3EFC-E0FDDA4A2E5A}"/>
              </a:ext>
            </a:extLst>
          </p:cNvPr>
          <p:cNvSpPr txBox="1"/>
          <p:nvPr/>
        </p:nvSpPr>
        <p:spPr>
          <a:xfrm>
            <a:off x="123825" y="6400800"/>
            <a:ext cx="751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Barrera | Cuarte | Pasia | Roque</a:t>
            </a:r>
          </a:p>
        </p:txBody>
      </p:sp>
    </p:spTree>
    <p:extLst>
      <p:ext uri="{BB962C8B-B14F-4D97-AF65-F5344CB8AC3E}">
        <p14:creationId xmlns:p14="http://schemas.microsoft.com/office/powerpoint/2010/main" val="1977111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5F105D2-A660-3D46-F58A-408CC2661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00. Idea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2833D19-E006-EE0A-6CFF-6AAC4E546744}"/>
                  </a:ext>
                </a:extLst>
              </p14:cNvPr>
              <p14:cNvContentPartPr/>
              <p14:nvPr/>
            </p14:nvContentPartPr>
            <p14:xfrm>
              <a:off x="947319" y="1898394"/>
              <a:ext cx="60480" cy="2023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2833D19-E006-EE0A-6CFF-6AAC4E5467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1679" y="1862754"/>
                <a:ext cx="132120" cy="20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10CFB66-3508-BB2B-F74D-1BF67F851F7D}"/>
                  </a:ext>
                </a:extLst>
              </p14:cNvPr>
              <p14:cNvContentPartPr/>
              <p14:nvPr/>
            </p14:nvContentPartPr>
            <p14:xfrm>
              <a:off x="972519" y="1921074"/>
              <a:ext cx="4344120" cy="1692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10CFB66-3508-BB2B-F74D-1BF67F851F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6879" y="1885074"/>
                <a:ext cx="4415760" cy="176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4079566-631A-A469-8A25-EA8981C07D95}"/>
                  </a:ext>
                </a:extLst>
              </p14:cNvPr>
              <p14:cNvContentPartPr/>
              <p14:nvPr/>
            </p14:nvContentPartPr>
            <p14:xfrm>
              <a:off x="1006719" y="3934914"/>
              <a:ext cx="436572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4079566-631A-A469-8A25-EA8981C07D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0719" y="3863634"/>
                <a:ext cx="44373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FEBB358-71D1-1452-3450-08C9B3CAFAEE}"/>
                  </a:ext>
                </a:extLst>
              </p14:cNvPr>
              <p14:cNvContentPartPr/>
              <p14:nvPr/>
            </p14:nvContentPartPr>
            <p14:xfrm>
              <a:off x="5300799" y="3633594"/>
              <a:ext cx="58680" cy="290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FEBB358-71D1-1452-3450-08C9B3CAFAE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65159" y="3597954"/>
                <a:ext cx="13032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59FB1FA-53B8-DCE1-27C4-2A57F8CAB55B}"/>
                  </a:ext>
                </a:extLst>
              </p14:cNvPr>
              <p14:cNvContentPartPr/>
              <p14:nvPr/>
            </p14:nvContentPartPr>
            <p14:xfrm>
              <a:off x="1006719" y="2164434"/>
              <a:ext cx="4188600" cy="59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59FB1FA-53B8-DCE1-27C4-2A57F8CAB55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1079" y="2128794"/>
                <a:ext cx="426024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65A1C66-3222-0A6C-D4D4-F85F4F8A0DD3}"/>
                  </a:ext>
                </a:extLst>
              </p14:cNvPr>
              <p14:cNvContentPartPr/>
              <p14:nvPr/>
            </p14:nvContentPartPr>
            <p14:xfrm>
              <a:off x="948759" y="2407434"/>
              <a:ext cx="4174200" cy="943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65A1C66-3222-0A6C-D4D4-F85F4F8A0DD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3119" y="2371794"/>
                <a:ext cx="42458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A9EDE75-A900-0181-6E63-240979D4696E}"/>
                  </a:ext>
                </a:extLst>
              </p14:cNvPr>
              <p14:cNvContentPartPr/>
              <p14:nvPr/>
            </p14:nvContentPartPr>
            <p14:xfrm>
              <a:off x="1481559" y="2245434"/>
              <a:ext cx="92880" cy="1643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A9EDE75-A900-0181-6E63-240979D4696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45559" y="2209434"/>
                <a:ext cx="164520" cy="171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E045379-EEB6-BC14-04ED-AAC7DBE46C6D}"/>
                  </a:ext>
                </a:extLst>
              </p14:cNvPr>
              <p14:cNvContentPartPr/>
              <p14:nvPr/>
            </p14:nvContentPartPr>
            <p14:xfrm>
              <a:off x="2523039" y="2245434"/>
              <a:ext cx="127800" cy="16322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E045379-EEB6-BC14-04ED-AAC7DBE46C6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87039" y="2209434"/>
                <a:ext cx="199440" cy="170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F415F81-355E-BDAB-956E-48A7EAB1446B}"/>
                  </a:ext>
                </a:extLst>
              </p14:cNvPr>
              <p14:cNvContentPartPr/>
              <p14:nvPr/>
            </p14:nvContentPartPr>
            <p14:xfrm>
              <a:off x="3448959" y="2222034"/>
              <a:ext cx="100080" cy="1752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F415F81-355E-BDAB-956E-48A7EAB1446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13319" y="2186034"/>
                <a:ext cx="171720" cy="18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296221D-E950-C7B5-BB67-D0C72155A791}"/>
                  </a:ext>
                </a:extLst>
              </p14:cNvPr>
              <p14:cNvContentPartPr/>
              <p14:nvPr/>
            </p14:nvContentPartPr>
            <p14:xfrm>
              <a:off x="4014879" y="2198994"/>
              <a:ext cx="37080" cy="1737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296221D-E950-C7B5-BB67-D0C72155A79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78879" y="2162994"/>
                <a:ext cx="108720" cy="180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212D61AB-AF4B-A1FC-66ED-1BDED5549404}"/>
                  </a:ext>
                </a:extLst>
              </p14:cNvPr>
              <p14:cNvContentPartPr/>
              <p14:nvPr/>
            </p14:nvContentPartPr>
            <p14:xfrm>
              <a:off x="11285079" y="3437754"/>
              <a:ext cx="209520" cy="7261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212D61AB-AF4B-A1FC-66ED-1BDED554940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249439" y="3401754"/>
                <a:ext cx="281160" cy="79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D98C4D73-3953-BE45-33F3-C21810819075}"/>
                  </a:ext>
                </a:extLst>
              </p14:cNvPr>
              <p14:cNvContentPartPr/>
              <p14:nvPr/>
            </p14:nvContentPartPr>
            <p14:xfrm>
              <a:off x="7878920" y="4391248"/>
              <a:ext cx="45719" cy="383946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D98C4D73-3953-BE45-33F3-C2181081907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42998" y="4355264"/>
                <a:ext cx="117926" cy="4555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26AE989-FA62-2CC9-1D98-81A5E61713F7}"/>
                  </a:ext>
                </a:extLst>
              </p14:cNvPr>
              <p14:cNvContentPartPr/>
              <p14:nvPr/>
            </p14:nvContentPartPr>
            <p14:xfrm>
              <a:off x="7924639" y="4922715"/>
              <a:ext cx="45719" cy="45719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26AE989-FA62-2CC9-1D98-81A5E61713F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52739" y="350815"/>
                <a:ext cx="9143800" cy="914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46CE3D0-31AD-3E1C-50A4-3E63DB8B4A4F}"/>
              </a:ext>
            </a:extLst>
          </p:cNvPr>
          <p:cNvGrpSpPr/>
          <p:nvPr/>
        </p:nvGrpSpPr>
        <p:grpSpPr>
          <a:xfrm>
            <a:off x="8324875" y="4551680"/>
            <a:ext cx="2960204" cy="597954"/>
            <a:chOff x="7511919" y="428514"/>
            <a:chExt cx="3856680" cy="77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66A22F8-62F0-6CC3-85BF-3D152A879872}"/>
                    </a:ext>
                  </a:extLst>
                </p14:cNvPr>
                <p14:cNvContentPartPr/>
                <p14:nvPr/>
              </p14:nvContentPartPr>
              <p14:xfrm>
                <a:off x="7511919" y="485754"/>
                <a:ext cx="360" cy="458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66A22F8-62F0-6CC3-85BF-3D152A87987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75919" y="438858"/>
                  <a:ext cx="72000" cy="5519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E694BC5-66F6-9576-64E8-11ADA771DF3D}"/>
                    </a:ext>
                  </a:extLst>
                </p14:cNvPr>
                <p14:cNvContentPartPr/>
                <p14:nvPr/>
              </p14:nvContentPartPr>
              <p14:xfrm>
                <a:off x="7683639" y="772314"/>
                <a:ext cx="190440" cy="191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E694BC5-66F6-9576-64E8-11ADA771DF3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37202" y="725346"/>
                  <a:ext cx="283784" cy="2846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3E3EBA4-9BAC-473F-BD6A-C502ECF6A4B2}"/>
                    </a:ext>
                  </a:extLst>
                </p14:cNvPr>
                <p14:cNvContentPartPr/>
                <p14:nvPr/>
              </p14:nvContentPartPr>
              <p14:xfrm>
                <a:off x="8029959" y="763314"/>
                <a:ext cx="148680" cy="224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3E3EBA4-9BAC-473F-BD6A-C502ECF6A4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83526" y="716960"/>
                  <a:ext cx="242015" cy="3174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D35A165-0761-88B5-0697-88DEF9CBB86E}"/>
                    </a:ext>
                  </a:extLst>
                </p14:cNvPr>
                <p14:cNvContentPartPr/>
                <p14:nvPr/>
              </p14:nvContentPartPr>
              <p14:xfrm>
                <a:off x="8345319" y="532194"/>
                <a:ext cx="51480" cy="415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D35A165-0761-88B5-0697-88DEF9CBB86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98519" y="485774"/>
                  <a:ext cx="144612" cy="5087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196AD62-6FA2-A210-05B5-F5868BD6B067}"/>
                    </a:ext>
                  </a:extLst>
                </p14:cNvPr>
                <p14:cNvContentPartPr/>
                <p14:nvPr/>
              </p14:nvContentPartPr>
              <p14:xfrm>
                <a:off x="8485719" y="682674"/>
                <a:ext cx="166320" cy="181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196AD62-6FA2-A210-05B5-F5868BD6B06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38736" y="635790"/>
                  <a:ext cx="259816" cy="2747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BE844A7-A75F-515D-6F27-8D823F62554B}"/>
                    </a:ext>
                  </a:extLst>
                </p14:cNvPr>
                <p14:cNvContentPartPr/>
                <p14:nvPr/>
              </p14:nvContentPartPr>
              <p14:xfrm>
                <a:off x="8796399" y="694194"/>
                <a:ext cx="360" cy="300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BE844A7-A75F-515D-6F27-8D823F62554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60759" y="647315"/>
                  <a:ext cx="72000" cy="394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F96123B-BE3E-A4F0-24C9-F1C858305064}"/>
                    </a:ext>
                  </a:extLst>
                </p14:cNvPr>
                <p14:cNvContentPartPr/>
                <p14:nvPr/>
              </p14:nvContentPartPr>
              <p14:xfrm>
                <a:off x="8934639" y="711114"/>
                <a:ext cx="200520" cy="214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F96123B-BE3E-A4F0-24C9-F1C85830506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88148" y="664164"/>
                  <a:ext cx="293971" cy="3079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88655AD-8416-B5ED-9FBB-1B0035B3DEC2}"/>
                    </a:ext>
                  </a:extLst>
                </p14:cNvPr>
                <p14:cNvContentPartPr/>
                <p14:nvPr/>
              </p14:nvContentPartPr>
              <p14:xfrm>
                <a:off x="9153159" y="807954"/>
                <a:ext cx="305280" cy="399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88655AD-8416-B5ED-9FBB-1B0035B3DEC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06734" y="761522"/>
                  <a:ext cx="398599" cy="49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8EFB8EE-C7EF-951B-B432-6D2FBC9C903D}"/>
                    </a:ext>
                  </a:extLst>
                </p14:cNvPr>
                <p14:cNvContentPartPr/>
                <p14:nvPr/>
              </p14:nvContentPartPr>
              <p14:xfrm>
                <a:off x="9628359" y="497634"/>
                <a:ext cx="256680" cy="485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8EFB8EE-C7EF-951B-B432-6D2FBC9C903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581903" y="451181"/>
                  <a:ext cx="350061" cy="5790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93DC156-E6EC-0286-C069-69E141E2BDEE}"/>
                    </a:ext>
                  </a:extLst>
                </p14:cNvPr>
                <p14:cNvContentPartPr/>
                <p14:nvPr/>
              </p14:nvContentPartPr>
              <p14:xfrm>
                <a:off x="9789999" y="799314"/>
                <a:ext cx="233640" cy="2764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93DC156-E6EC-0286-C069-69E141E2BDE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743646" y="752843"/>
                  <a:ext cx="326815" cy="3698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E9F819C-31DB-BAA3-A118-5718B27B9954}"/>
                    </a:ext>
                  </a:extLst>
                </p14:cNvPr>
                <p14:cNvContentPartPr/>
                <p14:nvPr/>
              </p14:nvContentPartPr>
              <p14:xfrm>
                <a:off x="10193559" y="868074"/>
                <a:ext cx="190800" cy="2232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E9F819C-31DB-BAA3-A118-5718B27B995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147148" y="821183"/>
                  <a:ext cx="284090" cy="3165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6359499-7B67-83F7-75B5-9875614C97E8}"/>
                    </a:ext>
                  </a:extLst>
                </p14:cNvPr>
                <p14:cNvContentPartPr/>
                <p14:nvPr/>
              </p14:nvContentPartPr>
              <p14:xfrm>
                <a:off x="10509639" y="832074"/>
                <a:ext cx="127440" cy="258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6359499-7B67-83F7-75B5-9875614C97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62786" y="785632"/>
                  <a:ext cx="220677" cy="3518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BC0E658-3ED7-9C38-E680-5B0890C96EB1}"/>
                    </a:ext>
                  </a:extLst>
                </p14:cNvPr>
                <p14:cNvContentPartPr/>
                <p14:nvPr/>
              </p14:nvContentPartPr>
              <p14:xfrm>
                <a:off x="10783599" y="555234"/>
                <a:ext cx="154440" cy="528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BC0E658-3ED7-9C38-E680-5B0890C96EB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737267" y="508351"/>
                  <a:ext cx="247572" cy="6221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308375B-61DE-571B-CB4A-45FD8DD9C446}"/>
                    </a:ext>
                  </a:extLst>
                </p14:cNvPr>
                <p14:cNvContentPartPr/>
                <p14:nvPr/>
              </p14:nvContentPartPr>
              <p14:xfrm>
                <a:off x="10764519" y="787074"/>
                <a:ext cx="396720" cy="56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308375B-61DE-571B-CB4A-45FD8DD9C44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717625" y="740066"/>
                  <a:ext cx="490038" cy="1504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4DBBA54-7CE4-65D0-9DF8-620242E1979E}"/>
                    </a:ext>
                  </a:extLst>
                </p14:cNvPr>
                <p14:cNvContentPartPr/>
                <p14:nvPr/>
              </p14:nvContentPartPr>
              <p14:xfrm>
                <a:off x="11110479" y="428514"/>
                <a:ext cx="258120" cy="7354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4DBBA54-7CE4-65D0-9DF8-620242E197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064102" y="381638"/>
                  <a:ext cx="351343" cy="82876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E22F03CB-E355-9D6D-7CC7-244D86644C3E}"/>
                  </a:ext>
                </a:extLst>
              </p14:cNvPr>
              <p14:cNvContentPartPr/>
              <p14:nvPr/>
            </p14:nvContentPartPr>
            <p14:xfrm>
              <a:off x="7210599" y="6041634"/>
              <a:ext cx="93960" cy="7682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E22F03CB-E355-9D6D-7CC7-244D86644C3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174959" y="6005634"/>
                <a:ext cx="165600" cy="83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EE403F44-CCD9-D81B-E106-564A668480CF}"/>
              </a:ext>
            </a:extLst>
          </p:cNvPr>
          <p:cNvGrpSpPr/>
          <p:nvPr/>
        </p:nvGrpSpPr>
        <p:grpSpPr>
          <a:xfrm>
            <a:off x="838200" y="1921074"/>
            <a:ext cx="10959120" cy="4898160"/>
            <a:chOff x="764079" y="1874634"/>
            <a:chExt cx="10959120" cy="48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D695E8B-DCE8-7AC5-05E3-2E7DD8AF25DC}"/>
                    </a:ext>
                  </a:extLst>
                </p14:cNvPr>
                <p14:cNvContentPartPr/>
                <p14:nvPr/>
              </p14:nvContentPartPr>
              <p14:xfrm>
                <a:off x="1075479" y="4132194"/>
                <a:ext cx="93240" cy="594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D695E8B-DCE8-7AC5-05E3-2E7DD8AF25D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39839" y="4096194"/>
                  <a:ext cx="16488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5285AB7-40D1-E629-046B-15A1BFB4256F}"/>
                    </a:ext>
                  </a:extLst>
                </p14:cNvPr>
                <p14:cNvContentPartPr/>
                <p14:nvPr/>
              </p14:nvContentPartPr>
              <p14:xfrm>
                <a:off x="1064679" y="4142274"/>
                <a:ext cx="317880" cy="100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5285AB7-40D1-E629-046B-15A1BFB4256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9039" y="4106274"/>
                  <a:ext cx="389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2212963-E553-3901-2CA3-A5AEED2C5BE5}"/>
                    </a:ext>
                  </a:extLst>
                </p14:cNvPr>
                <p14:cNvContentPartPr/>
                <p14:nvPr/>
              </p14:nvContentPartPr>
              <p14:xfrm>
                <a:off x="764079" y="4896114"/>
                <a:ext cx="49320" cy="292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2212963-E553-3901-2CA3-A5AEED2C5BE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8079" y="4860114"/>
                  <a:ext cx="1209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F25A65-D324-FE6B-B45D-52FEFC1F4062}"/>
                    </a:ext>
                  </a:extLst>
                </p14:cNvPr>
                <p14:cNvContentPartPr/>
                <p14:nvPr/>
              </p14:nvContentPartPr>
              <p14:xfrm>
                <a:off x="925719" y="4930314"/>
                <a:ext cx="51120" cy="288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F25A65-D324-FE6B-B45D-52FEFC1F406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0079" y="4894674"/>
                  <a:ext cx="1227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109D09-F18D-2A2B-1363-BCC612D5D1D6}"/>
                    </a:ext>
                  </a:extLst>
                </p14:cNvPr>
                <p14:cNvContentPartPr/>
                <p14:nvPr/>
              </p14:nvContentPartPr>
              <p14:xfrm>
                <a:off x="937239" y="4895754"/>
                <a:ext cx="197640" cy="367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109D09-F18D-2A2B-1363-BCC612D5D1D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1599" y="4859754"/>
                  <a:ext cx="26928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B0E0D36-C15E-A8F2-3CDD-9231FCF41AB2}"/>
                    </a:ext>
                  </a:extLst>
                </p14:cNvPr>
                <p14:cNvContentPartPr/>
                <p14:nvPr/>
              </p14:nvContentPartPr>
              <p14:xfrm>
                <a:off x="2071599" y="3518394"/>
                <a:ext cx="180720" cy="1121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B0E0D36-C15E-A8F2-3CDD-9231FCF41A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35599" y="3482754"/>
                  <a:ext cx="252360" cy="11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532D22F-893B-902D-3503-87B53955B45F}"/>
                    </a:ext>
                  </a:extLst>
                </p14:cNvPr>
                <p14:cNvContentPartPr/>
                <p14:nvPr/>
              </p14:nvContentPartPr>
              <p14:xfrm>
                <a:off x="2001759" y="3460434"/>
                <a:ext cx="250920" cy="220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32D22F-893B-902D-3503-87B53955B45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66119" y="3424434"/>
                  <a:ext cx="3225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9F9419D-3892-49C3-32CD-ADD3BA1197C0}"/>
                    </a:ext>
                  </a:extLst>
                </p14:cNvPr>
                <p14:cNvContentPartPr/>
                <p14:nvPr/>
              </p14:nvContentPartPr>
              <p14:xfrm>
                <a:off x="1828599" y="5035074"/>
                <a:ext cx="360" cy="417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9F9419D-3892-49C3-32CD-ADD3BA1197C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92959" y="4999074"/>
                  <a:ext cx="7200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4FF3E1E-B8D1-DD1D-8AB8-916AE347B894}"/>
                    </a:ext>
                  </a:extLst>
                </p14:cNvPr>
                <p14:cNvContentPartPr/>
                <p14:nvPr/>
              </p14:nvContentPartPr>
              <p14:xfrm>
                <a:off x="1851639" y="5081154"/>
                <a:ext cx="234360" cy="337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4FF3E1E-B8D1-DD1D-8AB8-916AE347B89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15999" y="5045514"/>
                  <a:ext cx="3060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EF274CF-9E94-97BF-D0DA-06FF23D39E9A}"/>
                    </a:ext>
                  </a:extLst>
                </p14:cNvPr>
                <p14:cNvContentPartPr/>
                <p14:nvPr/>
              </p14:nvContentPartPr>
              <p14:xfrm>
                <a:off x="2194719" y="5242074"/>
                <a:ext cx="306000" cy="401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EF274CF-9E94-97BF-D0DA-06FF23D39E9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59079" y="5206434"/>
                  <a:ext cx="37764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8B95303-6667-AC21-616D-6F58C52A45D3}"/>
                    </a:ext>
                  </a:extLst>
                </p14:cNvPr>
                <p14:cNvContentPartPr/>
                <p14:nvPr/>
              </p14:nvContentPartPr>
              <p14:xfrm>
                <a:off x="2661999" y="5347194"/>
                <a:ext cx="291960" cy="292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8B95303-6667-AC21-616D-6F58C52A45D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626359" y="5311194"/>
                  <a:ext cx="36360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E151FA1-87AB-D03D-37C7-E9FEB96324C8}"/>
                    </a:ext>
                  </a:extLst>
                </p14:cNvPr>
                <p14:cNvContentPartPr/>
                <p14:nvPr/>
              </p14:nvContentPartPr>
              <p14:xfrm>
                <a:off x="3074559" y="5298594"/>
                <a:ext cx="248400" cy="351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E151FA1-87AB-D03D-37C7-E9FEB96324C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38559" y="5262954"/>
                  <a:ext cx="32004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3656C1-6A8C-3C13-84A8-FC8AB2C2D236}"/>
                    </a:ext>
                  </a:extLst>
                </p14:cNvPr>
                <p14:cNvContentPartPr/>
                <p14:nvPr/>
              </p14:nvContentPartPr>
              <p14:xfrm>
                <a:off x="3136839" y="4032834"/>
                <a:ext cx="928440" cy="502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3656C1-6A8C-3C13-84A8-FC8AB2C2D23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00839" y="3997194"/>
                  <a:ext cx="100008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DDC570-83C7-FBEC-98C9-003C360CDB82}"/>
                    </a:ext>
                  </a:extLst>
                </p14:cNvPr>
                <p14:cNvContentPartPr/>
                <p14:nvPr/>
              </p14:nvContentPartPr>
              <p14:xfrm>
                <a:off x="4073919" y="4513794"/>
                <a:ext cx="386640" cy="822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DDC570-83C7-FBEC-98C9-003C360CDB8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38279" y="4477794"/>
                  <a:ext cx="458280" cy="89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6151B33-7143-9919-C4CC-ADCF7072D8D3}"/>
                    </a:ext>
                  </a:extLst>
                </p14:cNvPr>
                <p14:cNvContentPartPr/>
                <p14:nvPr/>
              </p14:nvContentPartPr>
              <p14:xfrm>
                <a:off x="4071039" y="5635194"/>
                <a:ext cx="233640" cy="283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6151B33-7143-9919-C4CC-ADCF7072D8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035039" y="5599554"/>
                  <a:ext cx="3052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67C885D-487D-A2E7-42C0-518A052DCE0D}"/>
                    </a:ext>
                  </a:extLst>
                </p14:cNvPr>
                <p14:cNvContentPartPr/>
                <p14:nvPr/>
              </p14:nvContentPartPr>
              <p14:xfrm>
                <a:off x="4384239" y="5428554"/>
                <a:ext cx="211320" cy="510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67C885D-487D-A2E7-42C0-518A052DCE0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48239" y="5392914"/>
                  <a:ext cx="28296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74C0B0B-E524-68D1-E6AD-AE3E7CDA970C}"/>
                    </a:ext>
                  </a:extLst>
                </p14:cNvPr>
                <p14:cNvContentPartPr/>
                <p14:nvPr/>
              </p14:nvContentPartPr>
              <p14:xfrm>
                <a:off x="4305759" y="5717994"/>
                <a:ext cx="26964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74C0B0B-E524-68D1-E6AD-AE3E7CDA970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70119" y="5681994"/>
                  <a:ext cx="3412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A7618D7-83F8-BA2E-9B0C-C090FC1B7930}"/>
                    </a:ext>
                  </a:extLst>
                </p14:cNvPr>
                <p14:cNvContentPartPr/>
                <p14:nvPr/>
              </p14:nvContentPartPr>
              <p14:xfrm>
                <a:off x="4602399" y="5428554"/>
                <a:ext cx="655200" cy="689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A7618D7-83F8-BA2E-9B0C-C090FC1B793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66759" y="5392914"/>
                  <a:ext cx="72684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B7813F-AB12-C46C-0821-E342A66D63B3}"/>
                    </a:ext>
                  </a:extLst>
                </p14:cNvPr>
                <p14:cNvContentPartPr/>
                <p14:nvPr/>
              </p14:nvContentPartPr>
              <p14:xfrm>
                <a:off x="5231319" y="5798994"/>
                <a:ext cx="211680" cy="272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B7813F-AB12-C46C-0821-E342A66D63B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195319" y="5763354"/>
                  <a:ext cx="2833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0AE36A2-AFFE-55C3-E8EE-0F2BD7F8CD00}"/>
                    </a:ext>
                  </a:extLst>
                </p14:cNvPr>
                <p14:cNvContentPartPr/>
                <p14:nvPr/>
              </p14:nvContentPartPr>
              <p14:xfrm>
                <a:off x="5299359" y="5902674"/>
                <a:ext cx="291240" cy="274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0AE36A2-AFFE-55C3-E8EE-0F2BD7F8CD0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63719" y="5867034"/>
                  <a:ext cx="3628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7F235B4-28C8-F4E2-14B0-9BF1FF450F15}"/>
                    </a:ext>
                  </a:extLst>
                </p14:cNvPr>
                <p14:cNvContentPartPr/>
                <p14:nvPr/>
              </p14:nvContentPartPr>
              <p14:xfrm>
                <a:off x="4653159" y="3263874"/>
                <a:ext cx="1162800" cy="1196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7F235B4-28C8-F4E2-14B0-9BF1FF450F1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17159" y="3227874"/>
                  <a:ext cx="1234440" cy="12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9076B30-62BB-B321-04F7-A5B080E0C1DF}"/>
                    </a:ext>
                  </a:extLst>
                </p14:cNvPr>
                <p14:cNvContentPartPr/>
                <p14:nvPr/>
              </p14:nvContentPartPr>
              <p14:xfrm>
                <a:off x="4514199" y="3181074"/>
                <a:ext cx="380520" cy="268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9076B30-62BB-B321-04F7-A5B080E0C1D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78199" y="3145074"/>
                  <a:ext cx="4521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F6D6EA1-514D-82B7-D33D-049AF775CFA5}"/>
                    </a:ext>
                  </a:extLst>
                </p14:cNvPr>
                <p14:cNvContentPartPr/>
                <p14:nvPr/>
              </p14:nvContentPartPr>
              <p14:xfrm>
                <a:off x="5380359" y="4643034"/>
                <a:ext cx="221760" cy="249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F6D6EA1-514D-82B7-D33D-049AF775CFA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44719" y="4607394"/>
                  <a:ext cx="2934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C9392D5-5FE0-59A6-45F6-D34ED2E25AE4}"/>
                    </a:ext>
                  </a:extLst>
                </p14:cNvPr>
                <p14:cNvContentPartPr/>
                <p14:nvPr/>
              </p14:nvContentPartPr>
              <p14:xfrm>
                <a:off x="5287479" y="4896114"/>
                <a:ext cx="175680" cy="12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C9392D5-5FE0-59A6-45F6-D34ED2E25AE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51839" y="4860114"/>
                  <a:ext cx="2473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3AD3B3E-28B0-8F23-EF3E-FA3A4B7A9CF0}"/>
                    </a:ext>
                  </a:extLst>
                </p14:cNvPr>
                <p14:cNvContentPartPr/>
                <p14:nvPr/>
              </p14:nvContentPartPr>
              <p14:xfrm>
                <a:off x="5660799" y="4814034"/>
                <a:ext cx="167400" cy="149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3AD3B3E-28B0-8F23-EF3E-FA3A4B7A9CF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25159" y="4778034"/>
                  <a:ext cx="239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A7FD05A-F9EB-7E9E-DA54-69B88D5932B4}"/>
                    </a:ext>
                  </a:extLst>
                </p14:cNvPr>
                <p14:cNvContentPartPr/>
                <p14:nvPr/>
              </p14:nvContentPartPr>
              <p14:xfrm>
                <a:off x="5891199" y="4816914"/>
                <a:ext cx="175680" cy="246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A7FD05A-F9EB-7E9E-DA54-69B88D5932B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855199" y="4781274"/>
                  <a:ext cx="2473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A9AAB1-4B21-6FC4-90E4-C3898BE1221D}"/>
                    </a:ext>
                  </a:extLst>
                </p14:cNvPr>
                <p14:cNvContentPartPr/>
                <p14:nvPr/>
              </p14:nvContentPartPr>
              <p14:xfrm>
                <a:off x="6238239" y="4467714"/>
                <a:ext cx="360" cy="639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A9AAB1-4B21-6FC4-90E4-C3898BE1221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02599" y="4432074"/>
                  <a:ext cx="72000" cy="7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13301CD-A402-6C2B-4261-1369799750B7}"/>
                    </a:ext>
                  </a:extLst>
                </p14:cNvPr>
                <p14:cNvContentPartPr/>
                <p14:nvPr/>
              </p14:nvContentPartPr>
              <p14:xfrm>
                <a:off x="6146079" y="4825914"/>
                <a:ext cx="181440" cy="12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13301CD-A402-6C2B-4261-1369799750B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10079" y="4790274"/>
                  <a:ext cx="2530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81BB1EA-B10E-CAF2-09C6-8659D2533675}"/>
                    </a:ext>
                  </a:extLst>
                </p14:cNvPr>
                <p14:cNvContentPartPr/>
                <p14:nvPr/>
              </p14:nvContentPartPr>
              <p14:xfrm>
                <a:off x="6412119" y="4896114"/>
                <a:ext cx="12240" cy="128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81BB1EA-B10E-CAF2-09C6-8659D253367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76479" y="4860114"/>
                  <a:ext cx="838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B3120B2-B143-1B21-1096-8CB65A739137}"/>
                    </a:ext>
                  </a:extLst>
                </p14:cNvPr>
                <p14:cNvContentPartPr/>
                <p14:nvPr/>
              </p14:nvContentPartPr>
              <p14:xfrm>
                <a:off x="6365679" y="4537194"/>
                <a:ext cx="360" cy="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B3120B2-B143-1B21-1096-8CB65A73913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30039" y="450155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A96D694-1586-C43D-F924-82236E691E62}"/>
                    </a:ext>
                  </a:extLst>
                </p14:cNvPr>
                <p14:cNvContentPartPr/>
                <p14:nvPr/>
              </p14:nvContentPartPr>
              <p14:xfrm>
                <a:off x="6597159" y="4844274"/>
                <a:ext cx="185400" cy="260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A96D694-1586-C43D-F924-82236E691E6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561159" y="4808274"/>
                  <a:ext cx="2570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C5BF529-FC8F-02CE-B8BD-C1D7AEE649EC}"/>
                    </a:ext>
                  </a:extLst>
                </p14:cNvPr>
                <p14:cNvContentPartPr/>
                <p14:nvPr/>
              </p14:nvContentPartPr>
              <p14:xfrm>
                <a:off x="6851679" y="4838154"/>
                <a:ext cx="279720" cy="492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C5BF529-FC8F-02CE-B8BD-C1D7AEE649E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816039" y="4802154"/>
                  <a:ext cx="35136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E01D833-C7C0-C8AB-66D3-23F6B5B20E6B}"/>
                    </a:ext>
                  </a:extLst>
                </p14:cNvPr>
                <p14:cNvContentPartPr/>
                <p14:nvPr/>
              </p14:nvContentPartPr>
              <p14:xfrm>
                <a:off x="6099639" y="5313714"/>
                <a:ext cx="344520" cy="184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E01D833-C7C0-C8AB-66D3-23F6B5B20E6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063639" y="5277714"/>
                  <a:ext cx="4161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6C48F78-C733-5048-70FE-968A5D0BB280}"/>
                    </a:ext>
                  </a:extLst>
                </p14:cNvPr>
                <p14:cNvContentPartPr/>
                <p14:nvPr/>
              </p14:nvContentPartPr>
              <p14:xfrm>
                <a:off x="6609039" y="5301114"/>
                <a:ext cx="360" cy="205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6C48F78-C733-5048-70FE-968A5D0BB28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73399" y="5265474"/>
                  <a:ext cx="720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851A338-05CB-41DE-D133-BAC08B33892A}"/>
                    </a:ext>
                  </a:extLst>
                </p14:cNvPr>
                <p14:cNvContentPartPr/>
                <p14:nvPr/>
              </p14:nvContentPartPr>
              <p14:xfrm>
                <a:off x="6725679" y="5301114"/>
                <a:ext cx="174600" cy="327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851A338-05CB-41DE-D133-BAC08B33892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689679" y="5265474"/>
                  <a:ext cx="2462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8C9CB31-B956-C2BC-0FD3-2F6953DF1A65}"/>
                    </a:ext>
                  </a:extLst>
                </p14:cNvPr>
                <p14:cNvContentPartPr/>
                <p14:nvPr/>
              </p14:nvContentPartPr>
              <p14:xfrm>
                <a:off x="7025919" y="5405154"/>
                <a:ext cx="164160" cy="238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8C9CB31-B956-C2BC-0FD3-2F6953DF1A6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89919" y="5369154"/>
                  <a:ext cx="2358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1C0F66D-64E5-9184-2A0B-B6F5CA4A37F0}"/>
                    </a:ext>
                  </a:extLst>
                </p14:cNvPr>
                <p14:cNvContentPartPr/>
                <p14:nvPr/>
              </p14:nvContentPartPr>
              <p14:xfrm>
                <a:off x="7301319" y="5484714"/>
                <a:ext cx="305640" cy="200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C0F66D-64E5-9184-2A0B-B6F5CA4A37F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265679" y="5448714"/>
                  <a:ext cx="3772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0D9A48D-DBA8-FD80-E661-A1ADE88AB40E}"/>
                    </a:ext>
                  </a:extLst>
                </p14:cNvPr>
                <p14:cNvContentPartPr/>
                <p14:nvPr/>
              </p14:nvContentPartPr>
              <p14:xfrm>
                <a:off x="7731879" y="5231634"/>
                <a:ext cx="34920" cy="465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0D9A48D-DBA8-FD80-E661-A1ADE88AB40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695879" y="5195994"/>
                  <a:ext cx="10656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DF596EA-7B0C-A765-6A4D-B5DC8606C583}"/>
                    </a:ext>
                  </a:extLst>
                </p14:cNvPr>
                <p14:cNvContentPartPr/>
                <p14:nvPr/>
              </p14:nvContentPartPr>
              <p14:xfrm>
                <a:off x="5393679" y="2002074"/>
                <a:ext cx="4365720" cy="100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DF596EA-7B0C-A765-6A4D-B5DC8606C58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357679" y="1966434"/>
                  <a:ext cx="4437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1E985D9-819E-045C-CBDB-403047C02C67}"/>
                    </a:ext>
                  </a:extLst>
                </p14:cNvPr>
                <p14:cNvContentPartPr/>
                <p14:nvPr/>
              </p14:nvContentPartPr>
              <p14:xfrm>
                <a:off x="5318439" y="1874634"/>
                <a:ext cx="223920" cy="350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1E985D9-819E-045C-CBDB-403047C02C6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282439" y="1838994"/>
                  <a:ext cx="2955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8484A6D-1F7B-0CED-E916-84DA12ACD262}"/>
                    </a:ext>
                  </a:extLst>
                </p14:cNvPr>
                <p14:cNvContentPartPr/>
                <p14:nvPr/>
              </p14:nvContentPartPr>
              <p14:xfrm>
                <a:off x="6929439" y="2286114"/>
                <a:ext cx="344160" cy="238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8484A6D-1F7B-0CED-E916-84DA12ACD26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893799" y="2250114"/>
                  <a:ext cx="4158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570F172-8766-1695-1233-E77C26B78B69}"/>
                    </a:ext>
                  </a:extLst>
                </p14:cNvPr>
                <p14:cNvContentPartPr/>
                <p14:nvPr/>
              </p14:nvContentPartPr>
              <p14:xfrm>
                <a:off x="7500399" y="2303394"/>
                <a:ext cx="174960" cy="173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570F172-8766-1695-1233-E77C26B78B6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464759" y="2267754"/>
                  <a:ext cx="2466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4F8CECA-8A4D-5A3B-6B4F-5AC339047768}"/>
                    </a:ext>
                  </a:extLst>
                </p14:cNvPr>
                <p14:cNvContentPartPr/>
                <p14:nvPr/>
              </p14:nvContentPartPr>
              <p14:xfrm>
                <a:off x="7777959" y="2371794"/>
                <a:ext cx="217800" cy="208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4F8CECA-8A4D-5A3B-6B4F-5AC33904776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742319" y="2336154"/>
                  <a:ext cx="2894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1BFBE12-7C84-61F0-B15B-8179D2099FAF}"/>
                    </a:ext>
                  </a:extLst>
                </p14:cNvPr>
                <p14:cNvContentPartPr/>
                <p14:nvPr/>
              </p14:nvContentPartPr>
              <p14:xfrm>
                <a:off x="8162079" y="2198994"/>
                <a:ext cx="33120" cy="419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1BFBE12-7C84-61F0-B15B-8179D2099FA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126079" y="2163354"/>
                  <a:ext cx="10476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9B1BB88-D303-6219-A59B-B5769629F0CF}"/>
                    </a:ext>
                  </a:extLst>
                </p14:cNvPr>
                <p14:cNvContentPartPr/>
                <p14:nvPr/>
              </p14:nvContentPartPr>
              <p14:xfrm>
                <a:off x="8333799" y="2523354"/>
                <a:ext cx="162720" cy="44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9B1BB88-D303-6219-A59B-B5769629F0C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298159" y="2487354"/>
                  <a:ext cx="234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BF03C80-533B-85C4-2F06-118265A927F3}"/>
                    </a:ext>
                  </a:extLst>
                </p14:cNvPr>
                <p14:cNvContentPartPr/>
                <p14:nvPr/>
              </p14:nvContentPartPr>
              <p14:xfrm>
                <a:off x="8461599" y="2384394"/>
                <a:ext cx="138600" cy="407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BF03C80-533B-85C4-2F06-118265A927F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425599" y="2348394"/>
                  <a:ext cx="21024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23B8893-D769-34D8-450F-2CB8C22CC9F3}"/>
                    </a:ext>
                  </a:extLst>
                </p14:cNvPr>
                <p14:cNvContentPartPr/>
                <p14:nvPr/>
              </p14:nvContentPartPr>
              <p14:xfrm>
                <a:off x="8784879" y="2233914"/>
                <a:ext cx="12960" cy="426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23B8893-D769-34D8-450F-2CB8C22CC9F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749239" y="2198274"/>
                  <a:ext cx="8460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20EB808-D382-8226-48D9-A3F69190C334}"/>
                    </a:ext>
                  </a:extLst>
                </p14:cNvPr>
                <p14:cNvContentPartPr/>
                <p14:nvPr/>
              </p14:nvContentPartPr>
              <p14:xfrm>
                <a:off x="8668959" y="2449554"/>
                <a:ext cx="221400" cy="27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20EB808-D382-8226-48D9-A3F69190C33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633319" y="2413554"/>
                  <a:ext cx="293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2C024DA-BEA7-48A2-B851-06955828235F}"/>
                    </a:ext>
                  </a:extLst>
                </p14:cNvPr>
                <p14:cNvContentPartPr/>
                <p14:nvPr/>
              </p14:nvContentPartPr>
              <p14:xfrm>
                <a:off x="9051279" y="2465394"/>
                <a:ext cx="19440" cy="187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2C024DA-BEA7-48A2-B851-06955828235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015639" y="2429394"/>
                  <a:ext cx="91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E5DFC01-64FF-6F90-541E-125715054C4B}"/>
                    </a:ext>
                  </a:extLst>
                </p14:cNvPr>
                <p14:cNvContentPartPr/>
                <p14:nvPr/>
              </p14:nvContentPartPr>
              <p14:xfrm>
                <a:off x="9004839" y="2256954"/>
                <a:ext cx="5040" cy="2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E5DFC01-64FF-6F90-541E-125715054C4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968839" y="2221314"/>
                  <a:ext cx="766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F018C3D-B93D-8701-6BA8-3E0A27E97A4E}"/>
                    </a:ext>
                  </a:extLst>
                </p14:cNvPr>
                <p14:cNvContentPartPr/>
                <p14:nvPr/>
              </p14:nvContentPartPr>
              <p14:xfrm>
                <a:off x="9176559" y="2453874"/>
                <a:ext cx="153000" cy="196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F018C3D-B93D-8701-6BA8-3E0A27E97A4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140919" y="2417874"/>
                  <a:ext cx="224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FA59190-47CC-FED2-5C7F-7E6E509016D3}"/>
                    </a:ext>
                  </a:extLst>
                </p14:cNvPr>
                <p14:cNvContentPartPr/>
                <p14:nvPr/>
              </p14:nvContentPartPr>
              <p14:xfrm>
                <a:off x="9477519" y="2465034"/>
                <a:ext cx="239400" cy="201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FA59190-47CC-FED2-5C7F-7E6E509016D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441519" y="2429034"/>
                  <a:ext cx="3110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528C8A4-6F58-E49C-F13E-18B0D421B2B0}"/>
                    </a:ext>
                  </a:extLst>
                </p14:cNvPr>
                <p14:cNvContentPartPr/>
                <p14:nvPr/>
              </p14:nvContentPartPr>
              <p14:xfrm>
                <a:off x="9884679" y="2083074"/>
                <a:ext cx="12600" cy="556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528C8A4-6F58-E49C-F13E-18B0D421B2B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849039" y="2047434"/>
                  <a:ext cx="8424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152353C-56AA-941E-C7BA-37ABDA39E26B}"/>
                    </a:ext>
                  </a:extLst>
                </p14:cNvPr>
                <p14:cNvContentPartPr/>
                <p14:nvPr/>
              </p14:nvContentPartPr>
              <p14:xfrm>
                <a:off x="9016359" y="2858874"/>
                <a:ext cx="360" cy="474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152353C-56AA-941E-C7BA-37ABDA39E26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980359" y="2823234"/>
                  <a:ext cx="7200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F8F0735-FD45-DA68-7D5D-631F4E44E53D}"/>
                    </a:ext>
                  </a:extLst>
                </p14:cNvPr>
                <p14:cNvContentPartPr/>
                <p14:nvPr/>
              </p14:nvContentPartPr>
              <p14:xfrm>
                <a:off x="8877399" y="3057234"/>
                <a:ext cx="317520" cy="79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F8F0735-FD45-DA68-7D5D-631F4E44E53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841759" y="3021594"/>
                  <a:ext cx="3891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5BA49A4-28F3-2FC6-50F0-128616FBA87A}"/>
                    </a:ext>
                  </a:extLst>
                </p14:cNvPr>
                <p14:cNvContentPartPr/>
                <p14:nvPr/>
              </p14:nvContentPartPr>
              <p14:xfrm>
                <a:off x="9242439" y="3136794"/>
                <a:ext cx="213840" cy="147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5BA49A4-28F3-2FC6-50F0-128616FBA87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206439" y="3101154"/>
                  <a:ext cx="2854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CD51FC1-4F63-3DE4-A2C1-11C984EF21D3}"/>
                    </a:ext>
                  </a:extLst>
                </p14:cNvPr>
                <p14:cNvContentPartPr/>
                <p14:nvPr/>
              </p14:nvContentPartPr>
              <p14:xfrm>
                <a:off x="9591279" y="3043914"/>
                <a:ext cx="237240" cy="219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CD51FC1-4F63-3DE4-A2C1-11C984EF21D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555279" y="3007914"/>
                  <a:ext cx="3088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E29DBDC-FAF6-B817-E134-12A66D83DC7A}"/>
                    </a:ext>
                  </a:extLst>
                </p14:cNvPr>
                <p14:cNvContentPartPr/>
                <p14:nvPr/>
              </p14:nvContentPartPr>
              <p14:xfrm>
                <a:off x="9986199" y="2777514"/>
                <a:ext cx="107280" cy="650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E29DBDC-FAF6-B817-E134-12A66D83DC7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950199" y="2741874"/>
                  <a:ext cx="17892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4E56AF6-7636-FB17-BF51-37AC3C00047F}"/>
                    </a:ext>
                  </a:extLst>
                </p14:cNvPr>
                <p14:cNvContentPartPr/>
                <p14:nvPr/>
              </p14:nvContentPartPr>
              <p14:xfrm>
                <a:off x="7407879" y="3426234"/>
                <a:ext cx="277560" cy="495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4E56AF6-7636-FB17-BF51-37AC3C00047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372239" y="3390234"/>
                  <a:ext cx="34920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7D0086A-B955-D311-D57A-A2E6534C660F}"/>
                    </a:ext>
                  </a:extLst>
                </p14:cNvPr>
                <p14:cNvContentPartPr/>
                <p14:nvPr/>
              </p14:nvContentPartPr>
              <p14:xfrm>
                <a:off x="7731519" y="3587874"/>
                <a:ext cx="293400" cy="293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7D0086A-B955-D311-D57A-A2E6534C660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695519" y="3552234"/>
                  <a:ext cx="36504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42EA18A-703A-313C-1A98-036E7CDF066A}"/>
                    </a:ext>
                  </a:extLst>
                </p14:cNvPr>
                <p14:cNvContentPartPr/>
                <p14:nvPr/>
              </p14:nvContentPartPr>
              <p14:xfrm>
                <a:off x="8087199" y="3667074"/>
                <a:ext cx="397800" cy="226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42EA18A-703A-313C-1A98-036E7CDF066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051199" y="3631074"/>
                  <a:ext cx="4694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4EF4D02-205E-8525-FD1C-2E7AE0277FEE}"/>
                    </a:ext>
                  </a:extLst>
                </p14:cNvPr>
                <p14:cNvContentPartPr/>
                <p14:nvPr/>
              </p14:nvContentPartPr>
              <p14:xfrm>
                <a:off x="8623239" y="3726834"/>
                <a:ext cx="209520" cy="189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4EF4D02-205E-8525-FD1C-2E7AE0277FE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587239" y="3691194"/>
                  <a:ext cx="2811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6003A70-6374-473C-C310-9128333D5D4D}"/>
                    </a:ext>
                  </a:extLst>
                </p14:cNvPr>
                <p14:cNvContentPartPr/>
                <p14:nvPr/>
              </p14:nvContentPartPr>
              <p14:xfrm>
                <a:off x="9300759" y="3692274"/>
                <a:ext cx="354600" cy="418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6003A70-6374-473C-C310-9128333D5D4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264759" y="3656634"/>
                  <a:ext cx="42624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6FEB370-3CCA-997F-ACC9-2F8E4341DB00}"/>
                    </a:ext>
                  </a:extLst>
                </p14:cNvPr>
                <p14:cNvContentPartPr/>
                <p14:nvPr/>
              </p14:nvContentPartPr>
              <p14:xfrm>
                <a:off x="9792159" y="3653754"/>
                <a:ext cx="161640" cy="251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6FEB370-3CCA-997F-ACC9-2F8E4341DB0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756519" y="3618114"/>
                  <a:ext cx="2332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B3CB636-6BFF-1AD3-A475-61DCE25C8A3B}"/>
                    </a:ext>
                  </a:extLst>
                </p14:cNvPr>
                <p14:cNvContentPartPr/>
                <p14:nvPr/>
              </p14:nvContentPartPr>
              <p14:xfrm>
                <a:off x="9984759" y="3726474"/>
                <a:ext cx="415080" cy="211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B3CB636-6BFF-1AD3-A475-61DCE25C8A3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949119" y="3690474"/>
                  <a:ext cx="4867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06AEBFE-9C5F-E21E-61A3-F2C54E8F7671}"/>
                    </a:ext>
                  </a:extLst>
                </p14:cNvPr>
                <p14:cNvContentPartPr/>
                <p14:nvPr/>
              </p14:nvContentPartPr>
              <p14:xfrm>
                <a:off x="10555719" y="3773274"/>
                <a:ext cx="12240" cy="482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06AEBFE-9C5F-E21E-61A3-F2C54E8F767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519719" y="3737634"/>
                  <a:ext cx="8388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E1C52C6-2B02-C3CD-08E2-50306D951C91}"/>
                    </a:ext>
                  </a:extLst>
                </p14:cNvPr>
                <p14:cNvContentPartPr/>
                <p14:nvPr/>
              </p14:nvContentPartPr>
              <p14:xfrm>
                <a:off x="10612239" y="3807474"/>
                <a:ext cx="191880" cy="159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E1C52C6-2B02-C3CD-08E2-50306D951C9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576239" y="3771474"/>
                  <a:ext cx="2635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23FA65-ABEF-F40D-2B76-D45D5CA854CA}"/>
                    </a:ext>
                  </a:extLst>
                </p14:cNvPr>
                <p14:cNvContentPartPr/>
                <p14:nvPr/>
              </p14:nvContentPartPr>
              <p14:xfrm>
                <a:off x="10960359" y="3576354"/>
                <a:ext cx="167040" cy="320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23FA65-ABEF-F40D-2B76-D45D5CA854C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924359" y="3540714"/>
                  <a:ext cx="2386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3652D3D-2B77-AC6F-9837-0D1215477B16}"/>
                    </a:ext>
                  </a:extLst>
                </p14:cNvPr>
                <p14:cNvContentPartPr/>
                <p14:nvPr/>
              </p14:nvContentPartPr>
              <p14:xfrm>
                <a:off x="1018239" y="5879634"/>
                <a:ext cx="5543280" cy="803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3652D3D-2B77-AC6F-9837-0D1215477B1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82599" y="5843994"/>
                  <a:ext cx="5614920" cy="87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05164F6-A0CF-A8CE-1420-836BEBBD83E4}"/>
                    </a:ext>
                  </a:extLst>
                </p14:cNvPr>
                <p14:cNvContentPartPr/>
                <p14:nvPr/>
              </p14:nvContentPartPr>
              <p14:xfrm>
                <a:off x="6643599" y="6448434"/>
                <a:ext cx="623880" cy="918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05164F6-A0CF-A8CE-1420-836BEBBD83E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607599" y="6412434"/>
                  <a:ext cx="6955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87DB87C-8B83-1687-10CF-08878C4A60F8}"/>
                    </a:ext>
                  </a:extLst>
                </p14:cNvPr>
                <p14:cNvContentPartPr/>
                <p14:nvPr/>
              </p14:nvContentPartPr>
              <p14:xfrm>
                <a:off x="7407519" y="6007074"/>
                <a:ext cx="73080" cy="3297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87DB87C-8B83-1687-10CF-08878C4A60F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371879" y="5971434"/>
                  <a:ext cx="14472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3DABD3F-6AAF-0840-6E56-67DF1EECAD59}"/>
                    </a:ext>
                  </a:extLst>
                </p14:cNvPr>
                <p14:cNvContentPartPr/>
                <p14:nvPr/>
              </p14:nvContentPartPr>
              <p14:xfrm>
                <a:off x="7532799" y="6088074"/>
                <a:ext cx="271800" cy="2012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3DABD3F-6AAF-0840-6E56-67DF1EECAD5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496799" y="6052434"/>
                  <a:ext cx="3434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37B7623-08C5-5A40-0734-E536F80DA6C5}"/>
                    </a:ext>
                  </a:extLst>
                </p14:cNvPr>
                <p14:cNvContentPartPr/>
                <p14:nvPr/>
              </p14:nvContentPartPr>
              <p14:xfrm>
                <a:off x="7893519" y="6085914"/>
                <a:ext cx="261000" cy="2260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37B7623-08C5-5A40-0734-E536F80DA6C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857879" y="6049914"/>
                  <a:ext cx="3326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E3152C5-39B0-E25E-6E97-B57B8044AE1C}"/>
                    </a:ext>
                  </a:extLst>
                </p14:cNvPr>
                <p14:cNvContentPartPr/>
                <p14:nvPr/>
              </p14:nvContentPartPr>
              <p14:xfrm>
                <a:off x="8206359" y="6065034"/>
                <a:ext cx="206640" cy="83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E3152C5-39B0-E25E-6E97-B57B8044AE1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170719" y="6029394"/>
                  <a:ext cx="2782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4469F46-F107-00FE-ED39-3DB4E678C845}"/>
                    </a:ext>
                  </a:extLst>
                </p14:cNvPr>
                <p14:cNvContentPartPr/>
                <p14:nvPr/>
              </p14:nvContentPartPr>
              <p14:xfrm>
                <a:off x="8424519" y="5972154"/>
                <a:ext cx="71640" cy="442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4469F46-F107-00FE-ED39-3DB4E678C84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388879" y="5936514"/>
                  <a:ext cx="14328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E3A8DA5-8F62-55FF-5D0D-EBA52DF8AE2E}"/>
                    </a:ext>
                  </a:extLst>
                </p14:cNvPr>
                <p14:cNvContentPartPr/>
                <p14:nvPr/>
              </p14:nvContentPartPr>
              <p14:xfrm>
                <a:off x="8646279" y="5763714"/>
                <a:ext cx="234000" cy="455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E3A8DA5-8F62-55FF-5D0D-EBA52DF8AE2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610279" y="5728074"/>
                  <a:ext cx="30564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F20485A-B8F1-BF0E-FEE8-E3FD0FC5AC68}"/>
                    </a:ext>
                  </a:extLst>
                </p14:cNvPr>
                <p14:cNvContentPartPr/>
                <p14:nvPr/>
              </p14:nvContentPartPr>
              <p14:xfrm>
                <a:off x="9003039" y="6005274"/>
                <a:ext cx="225000" cy="190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F20485A-B8F1-BF0E-FEE8-E3FD0FC5AC6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967399" y="5969634"/>
                  <a:ext cx="2966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1644A2D-FCD0-09E4-5DB8-373A02C1223A}"/>
                    </a:ext>
                  </a:extLst>
                </p14:cNvPr>
                <p14:cNvContentPartPr/>
                <p14:nvPr/>
              </p14:nvContentPartPr>
              <p14:xfrm>
                <a:off x="9349359" y="5904834"/>
                <a:ext cx="270720" cy="1969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1644A2D-FCD0-09E4-5DB8-373A02C1223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313359" y="5868834"/>
                  <a:ext cx="342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1807848-E1F5-D861-BCF2-CC00CFEF60F8}"/>
                    </a:ext>
                  </a:extLst>
                </p14:cNvPr>
                <p14:cNvContentPartPr/>
                <p14:nvPr/>
              </p14:nvContentPartPr>
              <p14:xfrm>
                <a:off x="9768759" y="5841474"/>
                <a:ext cx="138240" cy="146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1807848-E1F5-D861-BCF2-CC00CFEF60F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732759" y="5805474"/>
                  <a:ext cx="2098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6FF5962-27FF-F9DC-9727-AEE9FECE36F3}"/>
                    </a:ext>
                  </a:extLst>
                </p14:cNvPr>
                <p14:cNvContentPartPr/>
                <p14:nvPr/>
              </p14:nvContentPartPr>
              <p14:xfrm>
                <a:off x="9994119" y="5573994"/>
                <a:ext cx="288360" cy="4845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6FF5962-27FF-F9DC-9727-AEE9FECE36F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958479" y="5537994"/>
                  <a:ext cx="36000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BFE6158-12B3-1361-98CE-C0207FDA89CB}"/>
                    </a:ext>
                  </a:extLst>
                </p14:cNvPr>
                <p14:cNvContentPartPr/>
                <p14:nvPr/>
              </p14:nvContentPartPr>
              <p14:xfrm>
                <a:off x="8956599" y="6248634"/>
                <a:ext cx="458280" cy="420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BFE6158-12B3-1361-98CE-C0207FDA89C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920599" y="6212634"/>
                  <a:ext cx="52992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C178F78-2BE3-8B73-277C-304A201DA9BC}"/>
                    </a:ext>
                  </a:extLst>
                </p14:cNvPr>
                <p14:cNvContentPartPr/>
                <p14:nvPr/>
              </p14:nvContentPartPr>
              <p14:xfrm>
                <a:off x="9606759" y="6443034"/>
                <a:ext cx="166320" cy="266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C178F78-2BE3-8B73-277C-304A201DA9B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571119" y="6407034"/>
                  <a:ext cx="2379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7B0D522-D7E4-D16C-696C-B035B8D624CC}"/>
                    </a:ext>
                  </a:extLst>
                </p14:cNvPr>
                <p14:cNvContentPartPr/>
                <p14:nvPr/>
              </p14:nvContentPartPr>
              <p14:xfrm>
                <a:off x="9919239" y="6493434"/>
                <a:ext cx="11160" cy="1346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7B0D522-D7E4-D16C-696C-B035B8D624C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883239" y="6457434"/>
                  <a:ext cx="82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73F9623-102C-843E-D6FF-3F536722F054}"/>
                    </a:ext>
                  </a:extLst>
                </p14:cNvPr>
                <p14:cNvContentPartPr/>
                <p14:nvPr/>
              </p14:nvContentPartPr>
              <p14:xfrm>
                <a:off x="10070079" y="6446994"/>
                <a:ext cx="271440" cy="317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73F9623-102C-843E-D6FF-3F536722F05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034079" y="6410994"/>
                  <a:ext cx="3430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7F67B43-8D7D-01AF-C999-C1F877C62BDB}"/>
                    </a:ext>
                  </a:extLst>
                </p14:cNvPr>
                <p14:cNvContentPartPr/>
                <p14:nvPr/>
              </p14:nvContentPartPr>
              <p14:xfrm>
                <a:off x="10440159" y="6397674"/>
                <a:ext cx="302760" cy="352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7F67B43-8D7D-01AF-C999-C1F877C62BD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404519" y="6361674"/>
                  <a:ext cx="37440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9917927-031E-7762-B054-9CE8D45E6922}"/>
                    </a:ext>
                  </a:extLst>
                </p14:cNvPr>
                <p14:cNvContentPartPr/>
                <p14:nvPr/>
              </p14:nvContentPartPr>
              <p14:xfrm>
                <a:off x="10880079" y="6360594"/>
                <a:ext cx="293040" cy="3445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9917927-031E-7762-B054-9CE8D45E692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844079" y="6324954"/>
                  <a:ext cx="36468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3797417-2F43-AC64-FCB1-77A92E60F75F}"/>
                    </a:ext>
                  </a:extLst>
                </p14:cNvPr>
                <p14:cNvContentPartPr/>
                <p14:nvPr/>
              </p14:nvContentPartPr>
              <p14:xfrm>
                <a:off x="7210599" y="5241714"/>
                <a:ext cx="4512600" cy="15310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3797417-2F43-AC64-FCB1-77A92E60F75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174959" y="5206074"/>
                  <a:ext cx="4584240" cy="160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03328005-B2BE-5526-8DAC-B94B0E514955}"/>
              </a:ext>
            </a:extLst>
          </p:cNvPr>
          <p:cNvGrpSpPr/>
          <p:nvPr/>
        </p:nvGrpSpPr>
        <p:grpSpPr>
          <a:xfrm>
            <a:off x="10691276" y="1945135"/>
            <a:ext cx="864283" cy="600597"/>
            <a:chOff x="4197759" y="575754"/>
            <a:chExt cx="1703880" cy="11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833F055-5E12-BF8E-A97F-6B005F7160E9}"/>
                    </a:ext>
                  </a:extLst>
                </p14:cNvPr>
                <p14:cNvContentPartPr/>
                <p14:nvPr/>
              </p14:nvContentPartPr>
              <p14:xfrm>
                <a:off x="4197759" y="613194"/>
                <a:ext cx="212400" cy="1019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833F055-5E12-BF8E-A97F-6B005F7160E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126959" y="542271"/>
                  <a:ext cx="353292" cy="11602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134DDAF-15A3-E051-1AC7-AC12DC622E2D}"/>
                    </a:ext>
                  </a:extLst>
                </p14:cNvPr>
                <p14:cNvContentPartPr/>
                <p14:nvPr/>
              </p14:nvContentPartPr>
              <p14:xfrm>
                <a:off x="4212879" y="575754"/>
                <a:ext cx="462240" cy="107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134DDAF-15A3-E051-1AC7-AC12DC622E2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141983" y="504708"/>
                  <a:ext cx="603322" cy="2486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FC862E8-C82B-5A79-43E2-2A93E5F087B7}"/>
                    </a:ext>
                  </a:extLst>
                </p14:cNvPr>
                <p14:cNvContentPartPr/>
                <p14:nvPr/>
              </p14:nvContentPartPr>
              <p14:xfrm>
                <a:off x="4731999" y="821634"/>
                <a:ext cx="506880" cy="708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FC862E8-C82B-5A79-43E2-2A93E5F087B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661107" y="750680"/>
                  <a:ext cx="647956" cy="8493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522EE62-67E0-952C-F5BC-8EEB76AAB281}"/>
                    </a:ext>
                  </a:extLst>
                </p14:cNvPr>
                <p14:cNvContentPartPr/>
                <p14:nvPr/>
              </p14:nvContentPartPr>
              <p14:xfrm>
                <a:off x="5563599" y="624714"/>
                <a:ext cx="108000" cy="1081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522EE62-67E0-952C-F5BC-8EEB76AAB28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493011" y="553753"/>
                  <a:ext cx="248471" cy="12226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8C11A14-BEC7-65E1-EC64-C7ECF5B53520}"/>
                    </a:ext>
                  </a:extLst>
                </p14:cNvPr>
                <p14:cNvContentPartPr/>
                <p14:nvPr/>
              </p14:nvContentPartPr>
              <p14:xfrm>
                <a:off x="5324199" y="1676994"/>
                <a:ext cx="403560" cy="828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8C11A14-BEC7-65E1-EC64-C7ECF5B5352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253275" y="1606225"/>
                  <a:ext cx="544700" cy="2236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EBB61C6-2EA2-48C4-C7B1-9D671ADA2659}"/>
                    </a:ext>
                  </a:extLst>
                </p14:cNvPr>
                <p14:cNvContentPartPr/>
                <p14:nvPr/>
              </p14:nvContentPartPr>
              <p14:xfrm>
                <a:off x="5474319" y="601674"/>
                <a:ext cx="212400" cy="58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EBB61C6-2EA2-48C4-C7B1-9D671ADA265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403519" y="531409"/>
                  <a:ext cx="353292" cy="1981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9502E28-EE64-955A-E5E8-CF46592C6CD9}"/>
                    </a:ext>
                  </a:extLst>
                </p14:cNvPr>
                <p14:cNvContentPartPr/>
                <p14:nvPr/>
              </p14:nvContentPartPr>
              <p14:xfrm>
                <a:off x="5764119" y="590154"/>
                <a:ext cx="137520" cy="56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9502E28-EE64-955A-E5E8-CF46592C6CD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693232" y="519504"/>
                  <a:ext cx="278584" cy="1971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88D8EFF-644D-E76E-DEAA-B162839D26DF}"/>
              </a:ext>
            </a:extLst>
          </p:cNvPr>
          <p:cNvGrpSpPr/>
          <p:nvPr/>
        </p:nvGrpSpPr>
        <p:grpSpPr>
          <a:xfrm>
            <a:off x="514065" y="4962420"/>
            <a:ext cx="322560" cy="437400"/>
            <a:chOff x="514065" y="4962420"/>
            <a:chExt cx="322560" cy="4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7654A07-9433-5E39-BB3C-D858F02F321E}"/>
                    </a:ext>
                  </a:extLst>
                </p14:cNvPr>
                <p14:cNvContentPartPr/>
                <p14:nvPr/>
              </p14:nvContentPartPr>
              <p14:xfrm>
                <a:off x="523785" y="4962420"/>
                <a:ext cx="23040" cy="437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7654A07-9433-5E39-BB3C-D858F02F321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88145" y="4926780"/>
                  <a:ext cx="9468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3752F59-9C8C-8233-64C0-2F1598175753}"/>
                    </a:ext>
                  </a:extLst>
                </p14:cNvPr>
                <p14:cNvContentPartPr/>
                <p14:nvPr/>
              </p14:nvContentPartPr>
              <p14:xfrm>
                <a:off x="514065" y="4962420"/>
                <a:ext cx="322560" cy="297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3752F59-9C8C-8233-64C0-2F159817575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78065" y="4926780"/>
                  <a:ext cx="394200" cy="369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0100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BB6BB-F810-E1D7-A0A7-33B1C39F8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01. Actual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52CC-BEFE-99ED-94DE-5102237BD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99600" cy="435133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 a Java console application for a DSS (Decision Support System) e-commerce analytics dashboard. The system should have 3 dashboards: Product Analytics, Consumer Loyalty, and Supplier Metrics. 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 ANSI escape codes throughout for colors, bold text, and screen clearing.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TUI Design Requirements: Use a full bordered ASCII box layout using `╔ ═ ╗ ║ ╠ ╚ ╝` characters for all panels. 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Every dashboard must have a header bar showing the dashboard title and current sort criteria with direction (e.g. `PRODUCT ANALYTICS | PRICE-DESC`). 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Column headers must be separated from data rows by a divider line. 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All columns must be strictly padded and aligned using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String.format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 with fixed widths so nothing ever shifts or breaks alignment. 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Long text must be truncated with `...` to preserve layout. The rightmost border `║` must always land on the same column - calibrate each row carefully with a visual length offset.</a:t>
            </a:r>
          </a:p>
          <a:p>
            <a:endParaRPr lang="en-PH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600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40AFF-8C29-2568-069C-8AA949476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C1BD-FCC7-215A-8F58-2000EF884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01. Actual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6A82C-6023-B4B2-C42C-5A07C81A0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99600" cy="4351338"/>
          </a:xfrm>
        </p:spPr>
        <p:txBody>
          <a:bodyPr>
            <a:noAutofit/>
          </a:bodyPr>
          <a:lstStyle/>
          <a:p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Keybindings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All input must be single-key, no Enter required where possible. Each dashboard must show a 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keybinding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hint bar at the bottom only when the system is idle (not sorting). </a:t>
            </a:r>
            <a:b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endParaRPr lang="en-US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 Product dashboard: `[P]` Price, `[R]` Rating, `[S]` Sales, `[T]` Stock, `[A]` Ascending, `[D]` Descending, `[Q]` Back. 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 Consumer dashboard: `[A]` Ascending, `[D]` Descending, `[Q]` Back. 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 Supplier dashboard: `[P]` Min Price, `[T]` Total Stock, `[A]` Ascending, `[D]` Descending, `[Q]` Back. 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 Main menu uses `[1]`, `[2]`, `[3]`, `[Q]`.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Sorting Animation: Use merge sort. During sorting, re-render the full dashboard on every comparison and placement step with a short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Thread.sleep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 delay so the animation is visible. </a:t>
            </a:r>
          </a:p>
        </p:txBody>
      </p:sp>
    </p:spTree>
    <p:extLst>
      <p:ext uri="{BB962C8B-B14F-4D97-AF65-F5344CB8AC3E}">
        <p14:creationId xmlns:p14="http://schemas.microsoft.com/office/powerpoint/2010/main" val="3021709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FD9D-99C2-7CD8-E8BC-BF17241A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9895-326A-5AE4-7FC0-03825FF0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01. Actual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123D5-F9C3-B664-4805-C97247968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99600" cy="435133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Highlight the two elements being compared in yellow and the placed element in green using ANSI codes. Hide the 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keybinding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bar while sorting is in progress. The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isBusy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 flag on the engine must gate this.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Bar Chart Column: Every dashboard must include a proportional bar chart column rendered with `█` (filled) and `░` (empty) characters. 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Bar width is fixed at 30 characters. 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Each bar scales relative to the current maximum value in the dataset. 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bar color must match the highlight color of that row during animation, and reset to default otherwise.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Structure (strictly modular):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 `User` (abstract) with `id` and `name` =&gt; subclasses `Supplier` (adds `company`) and `Consumer` (adds `points`)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 `Product` with `name`, `price`, `rating`, `sales`, `stock`, and a linked `Supplier`</a:t>
            </a:r>
          </a:p>
          <a:p>
            <a:endParaRPr lang="en-US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2552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EB741-6CE9-29FD-D4A0-9CFA70AB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D7008-CBFB-60CD-0474-6DEC17B9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01. Actual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2984-F8C7-E288-2157-7E53276CD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99600" cy="435133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AnalyticsEngine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 - holds the data array, sort criteria, direction flag, busy flag, and animation speed. Contains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mergeSort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`, `merge`, `compare`,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getVal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`, and `sleep` methods.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getVal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 must dispatch by criteria string.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 `Dashboard` (abstract) - holds engine reference, title, and total width constant. Contains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printFrameHeader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`,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buildBar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`, and `pad` helper methods. Abstract `render(int a1, int a2, 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boolean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merged)` method.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ProductDashboard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`,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ConsumerDashboard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`,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SupplierDashboard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 - each implements `render` with their own column layout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 `Main` - seeds data, owns the three engine instances and the static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activeDashboard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 reference, runs the main menu loop, and has a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handleLoop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 method for per-dashboard input handling. Also has a static `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getSupplierStat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 method for computing per-supplier aggregates across the product list.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Data: Seed in JSON format 20 products, 20 consumers, and 20 suppliers with randomized values. Suppliers rotate across 10 company names. Products link to suppliers.</a:t>
            </a:r>
          </a:p>
          <a:p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Documentation: Use </a:t>
            </a:r>
            <a:r>
              <a:rPr lang="en-US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JavaDocs</a:t>
            </a:r>
            <a:endParaRPr lang="en-US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865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0D22D-BEEB-0C80-AC82-78AC4010C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0597-260D-4383-7D07-859FBFCD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01. Actual Prompt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D23A32-5B13-FEA7-034F-6E085ED47A67}"/>
              </a:ext>
            </a:extLst>
          </p:cNvPr>
          <p:cNvSpPr txBox="1"/>
          <p:nvPr/>
        </p:nvSpPr>
        <p:spPr>
          <a:xfrm>
            <a:off x="8465916" y="58555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Used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Claude Sonnet 4.6</a:t>
            </a:r>
            <a:endParaRPr lang="en-US" sz="1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C77F76A3-C8CD-8BF3-DE69-527F14E22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04" t="-328" r="22294" b="328"/>
          <a:stretch>
            <a:fillRect/>
          </a:stretch>
        </p:blipFill>
        <p:spPr>
          <a:xfrm>
            <a:off x="838200" y="1523230"/>
            <a:ext cx="3414532" cy="35233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FBC7C5-7773-A3D7-3BB8-AA298A1C0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473" y="2051894"/>
            <a:ext cx="7927694" cy="362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443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B92A4-535D-8D05-9C13-15AA4A0C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9F58F-D868-30A6-FA7F-DD92CE2C7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02. Implementation (Sorting)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611E4C-712E-DA94-55E8-B11983F17586}"/>
              </a:ext>
            </a:extLst>
          </p:cNvPr>
          <p:cNvSpPr/>
          <p:nvPr/>
        </p:nvSpPr>
        <p:spPr>
          <a:xfrm>
            <a:off x="3236076" y="1574800"/>
            <a:ext cx="2929467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9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en-PH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008921-0EE3-49EA-A04D-B745E94F572B}"/>
              </a:ext>
            </a:extLst>
          </p:cNvPr>
          <p:cNvSpPr/>
          <p:nvPr/>
        </p:nvSpPr>
        <p:spPr>
          <a:xfrm>
            <a:off x="1770618" y="3081338"/>
            <a:ext cx="146545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25474B-C826-8B59-A935-17396E87803A}"/>
              </a:ext>
            </a:extLst>
          </p:cNvPr>
          <p:cNvSpPr/>
          <p:nvPr/>
        </p:nvSpPr>
        <p:spPr>
          <a:xfrm>
            <a:off x="6165543" y="3081338"/>
            <a:ext cx="146545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3197E3-C3FA-7BB5-80DE-353C9D0119DC}"/>
              </a:ext>
            </a:extLst>
          </p:cNvPr>
          <p:cNvSpPr/>
          <p:nvPr/>
        </p:nvSpPr>
        <p:spPr>
          <a:xfrm>
            <a:off x="918146" y="4819122"/>
            <a:ext cx="73393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BB9049-74C9-E939-187C-52FF59374C7B}"/>
              </a:ext>
            </a:extLst>
          </p:cNvPr>
          <p:cNvSpPr/>
          <p:nvPr/>
        </p:nvSpPr>
        <p:spPr>
          <a:xfrm>
            <a:off x="3346143" y="4819122"/>
            <a:ext cx="73393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0A5EF1-6F2B-4689-29F9-3AEEAB0DA707}"/>
              </a:ext>
            </a:extLst>
          </p:cNvPr>
          <p:cNvSpPr/>
          <p:nvPr/>
        </p:nvSpPr>
        <p:spPr>
          <a:xfrm>
            <a:off x="5303154" y="4819122"/>
            <a:ext cx="73393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DEE983-D486-7CBB-3B11-38684328E7B9}"/>
              </a:ext>
            </a:extLst>
          </p:cNvPr>
          <p:cNvSpPr/>
          <p:nvPr/>
        </p:nvSpPr>
        <p:spPr>
          <a:xfrm>
            <a:off x="7752926" y="4819122"/>
            <a:ext cx="73393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E88AE4F-5B7A-62E0-92D4-2DB17725590B}"/>
              </a:ext>
            </a:extLst>
          </p:cNvPr>
          <p:cNvCxnSpPr>
            <a:stCxn id="5" idx="1"/>
            <a:endCxn id="6" idx="0"/>
          </p:cNvCxnSpPr>
          <p:nvPr/>
        </p:nvCxnSpPr>
        <p:spPr>
          <a:xfrm flipH="1">
            <a:off x="2503347" y="1917700"/>
            <a:ext cx="732729" cy="116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B6C0AD-80C4-27C5-C1E4-F88677A3FAEE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>
            <a:off x="6165543" y="1917700"/>
            <a:ext cx="732729" cy="116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A5877E-BD05-B2A4-5E6E-5D720CA3E093}"/>
              </a:ext>
            </a:extLst>
          </p:cNvPr>
          <p:cNvCxnSpPr>
            <a:cxnSpLocks/>
            <a:stCxn id="9" idx="3"/>
            <a:endCxn id="15" idx="0"/>
          </p:cNvCxnSpPr>
          <p:nvPr/>
        </p:nvCxnSpPr>
        <p:spPr>
          <a:xfrm>
            <a:off x="7631001" y="3424238"/>
            <a:ext cx="488894" cy="1394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8C3A2A-3022-F466-85C5-19DC520E6211}"/>
              </a:ext>
            </a:extLst>
          </p:cNvPr>
          <p:cNvCxnSpPr>
            <a:cxnSpLocks/>
            <a:stCxn id="9" idx="1"/>
            <a:endCxn id="14" idx="0"/>
          </p:cNvCxnSpPr>
          <p:nvPr/>
        </p:nvCxnSpPr>
        <p:spPr>
          <a:xfrm flipH="1">
            <a:off x="5670123" y="3424238"/>
            <a:ext cx="495420" cy="1394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4B5ECE-907B-448B-5F4B-D3E40A5C934F}"/>
              </a:ext>
            </a:extLst>
          </p:cNvPr>
          <p:cNvCxnSpPr>
            <a:cxnSpLocks/>
            <a:stCxn id="6" idx="3"/>
            <a:endCxn id="12" idx="0"/>
          </p:cNvCxnSpPr>
          <p:nvPr/>
        </p:nvCxnSpPr>
        <p:spPr>
          <a:xfrm>
            <a:off x="3236076" y="3424238"/>
            <a:ext cx="477036" cy="1394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ECA256B-97C2-E516-1631-2BBDF616CC55}"/>
              </a:ext>
            </a:extLst>
          </p:cNvPr>
          <p:cNvCxnSpPr>
            <a:cxnSpLocks/>
            <a:stCxn id="6" idx="1"/>
            <a:endCxn id="10" idx="0"/>
          </p:cNvCxnSpPr>
          <p:nvPr/>
        </p:nvCxnSpPr>
        <p:spPr>
          <a:xfrm flipH="1">
            <a:off x="1285115" y="3424238"/>
            <a:ext cx="485503" cy="1394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DBFBC11-C3BF-C57C-D994-13F5854EC469}"/>
              </a:ext>
            </a:extLst>
          </p:cNvPr>
          <p:cNvSpPr txBox="1"/>
          <p:nvPr/>
        </p:nvSpPr>
        <p:spPr>
          <a:xfrm>
            <a:off x="838199" y="5743200"/>
            <a:ext cx="6588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AnalyticsEngine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class in program that handles </a:t>
            </a:r>
            <a:r>
              <a:rPr lang="en-PH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mergeSort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17F4E8-BB11-FE50-DBDD-F1F44AFE4FDE}"/>
              </a:ext>
            </a:extLst>
          </p:cNvPr>
          <p:cNvSpPr txBox="1"/>
          <p:nvPr/>
        </p:nvSpPr>
        <p:spPr>
          <a:xfrm>
            <a:off x="7426960" y="1563008"/>
            <a:ext cx="3997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Assume that we open the Products Dashboard and we check the product price from lowest to highest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006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8A9E6-A7BE-9E25-3EF0-06E89C29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8E29C-8AB2-8247-FD22-36EA24A6F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02. Implementation (Sorting)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F4069F-C3B6-133A-AA71-92059EA76EA4}"/>
              </a:ext>
            </a:extLst>
          </p:cNvPr>
          <p:cNvSpPr/>
          <p:nvPr/>
        </p:nvSpPr>
        <p:spPr>
          <a:xfrm>
            <a:off x="3236076" y="1574800"/>
            <a:ext cx="2929467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9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en-PH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2749F1-68F4-D6D7-7B5E-8218FCEFDB66}"/>
              </a:ext>
            </a:extLst>
          </p:cNvPr>
          <p:cNvSpPr/>
          <p:nvPr/>
        </p:nvSpPr>
        <p:spPr>
          <a:xfrm>
            <a:off x="1770618" y="3081338"/>
            <a:ext cx="146545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2ADF7C-D158-BDDC-585E-182D370B2C0B}"/>
              </a:ext>
            </a:extLst>
          </p:cNvPr>
          <p:cNvSpPr/>
          <p:nvPr/>
        </p:nvSpPr>
        <p:spPr>
          <a:xfrm>
            <a:off x="6165543" y="3081338"/>
            <a:ext cx="146545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FC260-1120-2558-908E-404EA86C977D}"/>
              </a:ext>
            </a:extLst>
          </p:cNvPr>
          <p:cNvSpPr/>
          <p:nvPr/>
        </p:nvSpPr>
        <p:spPr>
          <a:xfrm>
            <a:off x="896371" y="4332816"/>
            <a:ext cx="73393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61BF13-7DE5-BBEF-EE54-B43FA3711822}"/>
              </a:ext>
            </a:extLst>
          </p:cNvPr>
          <p:cNvSpPr/>
          <p:nvPr/>
        </p:nvSpPr>
        <p:spPr>
          <a:xfrm>
            <a:off x="3213092" y="4332816"/>
            <a:ext cx="73393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131C53-BAAC-6AF8-0C6A-C56D07CC1138}"/>
              </a:ext>
            </a:extLst>
          </p:cNvPr>
          <p:cNvSpPr/>
          <p:nvPr/>
        </p:nvSpPr>
        <p:spPr>
          <a:xfrm>
            <a:off x="5469961" y="4332816"/>
            <a:ext cx="73393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43989C-C99D-7BBE-F2EA-6F3F73839402}"/>
              </a:ext>
            </a:extLst>
          </p:cNvPr>
          <p:cNvSpPr/>
          <p:nvPr/>
        </p:nvSpPr>
        <p:spPr>
          <a:xfrm>
            <a:off x="7726830" y="4332816"/>
            <a:ext cx="73393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5DE9E8-6467-EAB2-6535-A4C2CCBC5EE2}"/>
              </a:ext>
            </a:extLst>
          </p:cNvPr>
          <p:cNvSpPr txBox="1"/>
          <p:nvPr/>
        </p:nvSpPr>
        <p:spPr>
          <a:xfrm>
            <a:off x="838200" y="5127566"/>
            <a:ext cx="9679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Divide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</a:t>
            </a:r>
            <a:r>
              <a:rPr lang="en-PH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mergeSort</a:t>
            </a: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()` recursively splits the </a:t>
            </a:r>
            <a:r>
              <a:rPr lang="en-PH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</a:t>
            </a: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Product[] array in half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B0EE4D-FD89-861E-E0D6-4E7D81D319D9}"/>
              </a:ext>
            </a:extLst>
          </p:cNvPr>
          <p:cNvCxnSpPr>
            <a:stCxn id="5" idx="1"/>
            <a:endCxn id="6" idx="0"/>
          </p:cNvCxnSpPr>
          <p:nvPr/>
        </p:nvCxnSpPr>
        <p:spPr>
          <a:xfrm flipH="1">
            <a:off x="2503347" y="1917700"/>
            <a:ext cx="732729" cy="116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0DA40F-F3FE-B943-F6F6-160A255A65B2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>
            <a:off x="6165543" y="1917700"/>
            <a:ext cx="732729" cy="116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4CF882-BCBB-3048-84AA-0D9FF278B0A6}"/>
              </a:ext>
            </a:extLst>
          </p:cNvPr>
          <p:cNvCxnSpPr>
            <a:cxnSpLocks/>
            <a:stCxn id="9" idx="3"/>
            <a:endCxn id="15" idx="0"/>
          </p:cNvCxnSpPr>
          <p:nvPr/>
        </p:nvCxnSpPr>
        <p:spPr>
          <a:xfrm>
            <a:off x="7631001" y="3424238"/>
            <a:ext cx="462798" cy="908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ED00D57-4A20-3A3F-AFF6-455C5B0F6FC4}"/>
              </a:ext>
            </a:extLst>
          </p:cNvPr>
          <p:cNvCxnSpPr>
            <a:cxnSpLocks/>
            <a:stCxn id="9" idx="1"/>
            <a:endCxn id="14" idx="0"/>
          </p:cNvCxnSpPr>
          <p:nvPr/>
        </p:nvCxnSpPr>
        <p:spPr>
          <a:xfrm flipH="1">
            <a:off x="5836930" y="3424238"/>
            <a:ext cx="328613" cy="908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9D8B7B9-4A11-3776-E8C9-4A91ABED71C5}"/>
              </a:ext>
            </a:extLst>
          </p:cNvPr>
          <p:cNvCxnSpPr>
            <a:cxnSpLocks/>
            <a:stCxn id="6" idx="3"/>
            <a:endCxn id="12" idx="0"/>
          </p:cNvCxnSpPr>
          <p:nvPr/>
        </p:nvCxnSpPr>
        <p:spPr>
          <a:xfrm>
            <a:off x="3236076" y="3424238"/>
            <a:ext cx="343985" cy="908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D7F9A1-08B8-E825-D944-DC70DEEE5220}"/>
              </a:ext>
            </a:extLst>
          </p:cNvPr>
          <p:cNvCxnSpPr>
            <a:cxnSpLocks/>
            <a:stCxn id="6" idx="1"/>
            <a:endCxn id="10" idx="0"/>
          </p:cNvCxnSpPr>
          <p:nvPr/>
        </p:nvCxnSpPr>
        <p:spPr>
          <a:xfrm flipH="1">
            <a:off x="1263340" y="3424238"/>
            <a:ext cx="507278" cy="908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8E7E400-B99E-7BBD-B941-F074F065A70E}"/>
              </a:ext>
            </a:extLst>
          </p:cNvPr>
          <p:cNvSpPr txBox="1"/>
          <p:nvPr/>
        </p:nvSpPr>
        <p:spPr>
          <a:xfrm>
            <a:off x="7815393" y="1494732"/>
            <a:ext cx="40724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{“Laptop Pro 15”,      58,999.00},</a:t>
            </a:r>
          </a:p>
          <a:p>
            <a:r>
              <a:rPr lang="en-PH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{“Smartphone X12”,  	 32,500.00},</a:t>
            </a:r>
          </a:p>
          <a:p>
            <a:r>
              <a:rPr lang="en-PH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{“Wireless Mouse”, 	  1,299.00},</a:t>
            </a:r>
          </a:p>
          <a:p>
            <a:r>
              <a:rPr lang="en-PH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{“Mech Keyboard”, 	  4,750.00}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0BAEBB-E415-E3CF-C0FE-7F4E22A7499B}"/>
              </a:ext>
            </a:extLst>
          </p:cNvPr>
          <p:cNvSpPr txBox="1"/>
          <p:nvPr/>
        </p:nvSpPr>
        <p:spPr>
          <a:xfrm>
            <a:off x="3600559" y="2802901"/>
            <a:ext cx="22551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{“Laptop Pro 15”,      58,999.00},</a:t>
            </a:r>
          </a:p>
          <a:p>
            <a:r>
              <a:rPr lang="en-PH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{“Smartphone X12”,  	32,500.00}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E31C4F-D4B9-6D75-B371-43C4F96CE3F1}"/>
              </a:ext>
            </a:extLst>
          </p:cNvPr>
          <p:cNvSpPr txBox="1"/>
          <p:nvPr/>
        </p:nvSpPr>
        <p:spPr>
          <a:xfrm>
            <a:off x="8617974" y="3177758"/>
            <a:ext cx="2308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{“Wireless Mouse”, 	  1,299.00},</a:t>
            </a:r>
          </a:p>
          <a:p>
            <a:r>
              <a:rPr lang="en-PH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{“Mech Keyboard”, 	  4,750.00}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61E2539-FDAB-C6AA-1DBF-60D3F5219FAF}"/>
              </a:ext>
            </a:extLst>
          </p:cNvPr>
          <p:cNvSpPr/>
          <p:nvPr/>
        </p:nvSpPr>
        <p:spPr>
          <a:xfrm>
            <a:off x="7631001" y="1391920"/>
            <a:ext cx="4455528" cy="12115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0ACC690-1DB5-3604-5221-E6583B32B6BE}"/>
              </a:ext>
            </a:extLst>
          </p:cNvPr>
          <p:cNvCxnSpPr>
            <a:cxnSpLocks/>
            <a:stCxn id="53" idx="1"/>
          </p:cNvCxnSpPr>
          <p:nvPr/>
        </p:nvCxnSpPr>
        <p:spPr>
          <a:xfrm flipH="1" flipV="1">
            <a:off x="6349935" y="1917700"/>
            <a:ext cx="1281066" cy="80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4317598-3698-C6D4-4D65-A19B0D446372}"/>
              </a:ext>
            </a:extLst>
          </p:cNvPr>
          <p:cNvSpPr/>
          <p:nvPr/>
        </p:nvSpPr>
        <p:spPr>
          <a:xfrm>
            <a:off x="8535741" y="3081338"/>
            <a:ext cx="2371144" cy="4941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9A05BFF-F311-2EEA-280E-644DD14FCF3F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7815393" y="3328406"/>
            <a:ext cx="720348" cy="18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5FE6F41D-391B-B1BF-12D3-D41FF519ED7A}"/>
              </a:ext>
            </a:extLst>
          </p:cNvPr>
          <p:cNvSpPr/>
          <p:nvPr/>
        </p:nvSpPr>
        <p:spPr>
          <a:xfrm>
            <a:off x="3474594" y="2720764"/>
            <a:ext cx="2371144" cy="4941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E337BB7-A64A-3E9E-E167-5D3A373D6869}"/>
              </a:ext>
            </a:extLst>
          </p:cNvPr>
          <p:cNvCxnSpPr>
            <a:cxnSpLocks/>
          </p:cNvCxnSpPr>
          <p:nvPr/>
        </p:nvCxnSpPr>
        <p:spPr>
          <a:xfrm flipH="1">
            <a:off x="3290729" y="2939890"/>
            <a:ext cx="183865" cy="141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2E0DA1D-FABE-A4EF-1927-4CFDDA93BC77}"/>
              </a:ext>
            </a:extLst>
          </p:cNvPr>
          <p:cNvSpPr txBox="1"/>
          <p:nvPr/>
        </p:nvSpPr>
        <p:spPr>
          <a:xfrm>
            <a:off x="838199" y="5743200"/>
            <a:ext cx="9679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Conquer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element reach its base case and sorted then the `merge()` is ready to be called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A9BD6A-E5AB-69F2-3BE8-60FCF7483C48}"/>
              </a:ext>
            </a:extLst>
          </p:cNvPr>
          <p:cNvSpPr/>
          <p:nvPr/>
        </p:nvSpPr>
        <p:spPr>
          <a:xfrm>
            <a:off x="9276945" y="4439400"/>
            <a:ext cx="2371144" cy="4941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3192D3-FA5A-A9CF-3DDC-1A712F11ED99}"/>
              </a:ext>
            </a:extLst>
          </p:cNvPr>
          <p:cNvCxnSpPr>
            <a:cxnSpLocks/>
          </p:cNvCxnSpPr>
          <p:nvPr/>
        </p:nvCxnSpPr>
        <p:spPr>
          <a:xfrm flipH="1">
            <a:off x="8556597" y="4720876"/>
            <a:ext cx="720348" cy="18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2E03723-178D-3F54-4B27-64C27EC34682}"/>
              </a:ext>
            </a:extLst>
          </p:cNvPr>
          <p:cNvSpPr txBox="1"/>
          <p:nvPr/>
        </p:nvSpPr>
        <p:spPr>
          <a:xfrm>
            <a:off x="9455519" y="4532579"/>
            <a:ext cx="20139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Base Case Reached</a:t>
            </a:r>
          </a:p>
        </p:txBody>
      </p:sp>
    </p:spTree>
    <p:extLst>
      <p:ext uri="{BB962C8B-B14F-4D97-AF65-F5344CB8AC3E}">
        <p14:creationId xmlns:p14="http://schemas.microsoft.com/office/powerpoint/2010/main" val="4133552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04B2F-33E4-3CE6-174A-6AEF97F4C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E11B4-EEE6-16A8-5924-5A413301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02. Implementation (Sorting)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683032-D327-DF48-0DD5-B29463645136}"/>
              </a:ext>
            </a:extLst>
          </p:cNvPr>
          <p:cNvSpPr/>
          <p:nvPr/>
        </p:nvSpPr>
        <p:spPr>
          <a:xfrm>
            <a:off x="3166533" y="4189433"/>
            <a:ext cx="2929467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9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en-PH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20C191-3288-C1DC-E655-78E3BB21A92E}"/>
              </a:ext>
            </a:extLst>
          </p:cNvPr>
          <p:cNvSpPr/>
          <p:nvPr/>
        </p:nvSpPr>
        <p:spPr>
          <a:xfrm>
            <a:off x="1770618" y="3081338"/>
            <a:ext cx="146545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83E910-F080-2F5E-9AC6-4D3C8D2A8B60}"/>
              </a:ext>
            </a:extLst>
          </p:cNvPr>
          <p:cNvSpPr/>
          <p:nvPr/>
        </p:nvSpPr>
        <p:spPr>
          <a:xfrm>
            <a:off x="6165543" y="3081338"/>
            <a:ext cx="146545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DAFC9-5360-5881-B61A-B21A0ECD4D9E}"/>
              </a:ext>
            </a:extLst>
          </p:cNvPr>
          <p:cNvSpPr/>
          <p:nvPr/>
        </p:nvSpPr>
        <p:spPr>
          <a:xfrm>
            <a:off x="1036680" y="1686454"/>
            <a:ext cx="73393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D1C62B-D3A5-82D4-62BF-7D8C49223FDE}"/>
              </a:ext>
            </a:extLst>
          </p:cNvPr>
          <p:cNvSpPr/>
          <p:nvPr/>
        </p:nvSpPr>
        <p:spPr>
          <a:xfrm>
            <a:off x="3234142" y="1686454"/>
            <a:ext cx="73393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4969AD-7C58-13F0-BA2A-A77AFB78A59E}"/>
              </a:ext>
            </a:extLst>
          </p:cNvPr>
          <p:cNvSpPr/>
          <p:nvPr/>
        </p:nvSpPr>
        <p:spPr>
          <a:xfrm>
            <a:off x="5511155" y="1639868"/>
            <a:ext cx="73393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D74EBB-280B-A102-CADC-BA27476F907C}"/>
              </a:ext>
            </a:extLst>
          </p:cNvPr>
          <p:cNvSpPr/>
          <p:nvPr/>
        </p:nvSpPr>
        <p:spPr>
          <a:xfrm>
            <a:off x="7540128" y="1639868"/>
            <a:ext cx="733938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CCC0446-B708-FF6D-06DD-C7DD97093998}"/>
              </a:ext>
            </a:extLst>
          </p:cNvPr>
          <p:cNvCxnSpPr>
            <a:stCxn id="5" idx="1"/>
            <a:endCxn id="6" idx="0"/>
          </p:cNvCxnSpPr>
          <p:nvPr/>
        </p:nvCxnSpPr>
        <p:spPr>
          <a:xfrm flipH="1" flipV="1">
            <a:off x="2503347" y="3081338"/>
            <a:ext cx="663186" cy="1450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A14AF1-F3B6-10D6-A108-F9CF045F69E9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V="1">
            <a:off x="6096000" y="3081338"/>
            <a:ext cx="802272" cy="1450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627281-0F95-5F2A-A005-98557647CB87}"/>
              </a:ext>
            </a:extLst>
          </p:cNvPr>
          <p:cNvCxnSpPr>
            <a:cxnSpLocks/>
            <a:stCxn id="9" idx="3"/>
            <a:endCxn id="15" idx="0"/>
          </p:cNvCxnSpPr>
          <p:nvPr/>
        </p:nvCxnSpPr>
        <p:spPr>
          <a:xfrm flipV="1">
            <a:off x="7631001" y="1639868"/>
            <a:ext cx="276096" cy="1784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453E5E-FF54-F23B-419A-28474978F59D}"/>
              </a:ext>
            </a:extLst>
          </p:cNvPr>
          <p:cNvCxnSpPr>
            <a:cxnSpLocks/>
            <a:stCxn id="9" idx="1"/>
            <a:endCxn id="14" idx="0"/>
          </p:cNvCxnSpPr>
          <p:nvPr/>
        </p:nvCxnSpPr>
        <p:spPr>
          <a:xfrm flipH="1" flipV="1">
            <a:off x="5878124" y="1639868"/>
            <a:ext cx="287419" cy="1784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7A0C036-DD15-B8ED-A236-C639125B7103}"/>
              </a:ext>
            </a:extLst>
          </p:cNvPr>
          <p:cNvCxnSpPr>
            <a:cxnSpLocks/>
            <a:stCxn id="6" idx="3"/>
            <a:endCxn id="12" idx="0"/>
          </p:cNvCxnSpPr>
          <p:nvPr/>
        </p:nvCxnSpPr>
        <p:spPr>
          <a:xfrm flipV="1">
            <a:off x="3236076" y="1686454"/>
            <a:ext cx="365035" cy="1737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715765-F3B3-925C-BB7B-DA8BFDDF3B9F}"/>
              </a:ext>
            </a:extLst>
          </p:cNvPr>
          <p:cNvCxnSpPr>
            <a:cxnSpLocks/>
            <a:stCxn id="6" idx="1"/>
            <a:endCxn id="10" idx="0"/>
          </p:cNvCxnSpPr>
          <p:nvPr/>
        </p:nvCxnSpPr>
        <p:spPr>
          <a:xfrm flipH="1" flipV="1">
            <a:off x="1403649" y="1686454"/>
            <a:ext cx="366969" cy="1737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87B29C6-C647-77C5-BC00-A6B2713B7207}"/>
              </a:ext>
            </a:extLst>
          </p:cNvPr>
          <p:cNvSpPr/>
          <p:nvPr/>
        </p:nvSpPr>
        <p:spPr>
          <a:xfrm>
            <a:off x="3615918" y="2718363"/>
            <a:ext cx="2371144" cy="4941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E0217B-3089-BDA7-640C-57617BB01CAD}"/>
              </a:ext>
            </a:extLst>
          </p:cNvPr>
          <p:cNvSpPr txBox="1"/>
          <p:nvPr/>
        </p:nvSpPr>
        <p:spPr>
          <a:xfrm>
            <a:off x="3691984" y="2798895"/>
            <a:ext cx="22551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{“Smartphone X12”,  	32,500.00},</a:t>
            </a:r>
          </a:p>
          <a:p>
            <a:r>
              <a:rPr lang="en-PH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{“Laptop Pro 15”,      58,999.00}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946021-A4AD-B279-142E-D6827ACBE93E}"/>
              </a:ext>
            </a:extLst>
          </p:cNvPr>
          <p:cNvSpPr/>
          <p:nvPr/>
        </p:nvSpPr>
        <p:spPr>
          <a:xfrm>
            <a:off x="8535741" y="3081338"/>
            <a:ext cx="2371144" cy="4941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D8CEFF2-8ED1-0F8C-3739-856C1E5BBEF4}"/>
              </a:ext>
            </a:extLst>
          </p:cNvPr>
          <p:cNvCxnSpPr>
            <a:cxnSpLocks/>
          </p:cNvCxnSpPr>
          <p:nvPr/>
        </p:nvCxnSpPr>
        <p:spPr>
          <a:xfrm flipH="1">
            <a:off x="7815393" y="3328406"/>
            <a:ext cx="720348" cy="18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23F5CCD-BE27-5615-D12C-6514A47F8FFC}"/>
              </a:ext>
            </a:extLst>
          </p:cNvPr>
          <p:cNvSpPr txBox="1"/>
          <p:nvPr/>
        </p:nvSpPr>
        <p:spPr>
          <a:xfrm>
            <a:off x="8617974" y="3177758"/>
            <a:ext cx="2308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{“Wireless Mouse”, 	  1,299.00},</a:t>
            </a:r>
          </a:p>
          <a:p>
            <a:r>
              <a:rPr lang="en-PH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{“Mech Keyboard”, 	  4,750.00}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6C6C0EE-C2FB-BFA0-F9A0-90D68D0C1FBF}"/>
              </a:ext>
            </a:extLst>
          </p:cNvPr>
          <p:cNvCxnSpPr>
            <a:cxnSpLocks/>
          </p:cNvCxnSpPr>
          <p:nvPr/>
        </p:nvCxnSpPr>
        <p:spPr>
          <a:xfrm flipH="1">
            <a:off x="3407765" y="3036310"/>
            <a:ext cx="183865" cy="141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1F9C3C43-FF91-913F-7E9B-CA673EA19B2A}"/>
              </a:ext>
            </a:extLst>
          </p:cNvPr>
          <p:cNvSpPr/>
          <p:nvPr/>
        </p:nvSpPr>
        <p:spPr>
          <a:xfrm>
            <a:off x="7007210" y="4093191"/>
            <a:ext cx="4455528" cy="12115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82B0F-F5AD-917A-9628-B109D56EAD0A}"/>
              </a:ext>
            </a:extLst>
          </p:cNvPr>
          <p:cNvSpPr txBox="1"/>
          <p:nvPr/>
        </p:nvSpPr>
        <p:spPr>
          <a:xfrm>
            <a:off x="7356927" y="4221927"/>
            <a:ext cx="40724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{“Wireless Mouse”, 	  1,299.00},</a:t>
            </a:r>
          </a:p>
          <a:p>
            <a:r>
              <a:rPr lang="en-PH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{“Mech Keyboard”, 	  4,750.00},</a:t>
            </a:r>
          </a:p>
          <a:p>
            <a:r>
              <a:rPr lang="en-PH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{“Smartphone X12”,  	 32,500.00},</a:t>
            </a:r>
          </a:p>
          <a:p>
            <a:r>
              <a:rPr lang="en-PH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{“Laptop Pro 15”,      58,999.00}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50F828-4F22-BF25-29B9-CCA76EB83BF7}"/>
              </a:ext>
            </a:extLst>
          </p:cNvPr>
          <p:cNvCxnSpPr>
            <a:cxnSpLocks/>
          </p:cNvCxnSpPr>
          <p:nvPr/>
        </p:nvCxnSpPr>
        <p:spPr>
          <a:xfrm flipH="1" flipV="1">
            <a:off x="6245093" y="4603149"/>
            <a:ext cx="762117" cy="125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17ACA74-90CE-DC01-E5AC-E4486DBF9474}"/>
              </a:ext>
            </a:extLst>
          </p:cNvPr>
          <p:cNvSpPr txBox="1"/>
          <p:nvPr/>
        </p:nvSpPr>
        <p:spPr>
          <a:xfrm>
            <a:off x="838199" y="5743200"/>
            <a:ext cx="9679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Merging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Comparing elements and the smaller element (focus: Price) will be placed first</a:t>
            </a:r>
          </a:p>
        </p:txBody>
      </p:sp>
    </p:spTree>
    <p:extLst>
      <p:ext uri="{BB962C8B-B14F-4D97-AF65-F5344CB8AC3E}">
        <p14:creationId xmlns:p14="http://schemas.microsoft.com/office/powerpoint/2010/main" val="1211574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91599-0BB2-030A-C92D-27935BB34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428DB-4A93-DA9B-5E4C-25B59D38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03. Program as Object-Oriented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26D031-D1C4-79F3-9314-15DADEF9B4AC}"/>
              </a:ext>
            </a:extLst>
          </p:cNvPr>
          <p:cNvSpPr txBox="1"/>
          <p:nvPr/>
        </p:nvSpPr>
        <p:spPr>
          <a:xfrm>
            <a:off x="838201" y="1618240"/>
            <a:ext cx="4577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Abstraction &amp; Inheritance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Base class User contains shared id and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02300-FA21-D6DC-6EAB-9AAEDF9D5730}"/>
              </a:ext>
            </a:extLst>
          </p:cNvPr>
          <p:cNvSpPr txBox="1"/>
          <p:nvPr/>
        </p:nvSpPr>
        <p:spPr>
          <a:xfrm>
            <a:off x="838200" y="5088326"/>
            <a:ext cx="9679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Encapsulation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program uses private access modifier and have getters (required) such as Products, Consumer, Supplier, and </a:t>
            </a:r>
            <a:r>
              <a:rPr lang="en-PH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AnalyticsEngine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DEEECC-EFB1-06A8-4EFE-7B111526575D}"/>
              </a:ext>
            </a:extLst>
          </p:cNvPr>
          <p:cNvSpPr/>
          <p:nvPr/>
        </p:nvSpPr>
        <p:spPr>
          <a:xfrm>
            <a:off x="5195926" y="1564815"/>
            <a:ext cx="96435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4F880D-4429-5905-9935-90BFDBA689F6}"/>
              </a:ext>
            </a:extLst>
          </p:cNvPr>
          <p:cNvSpPr/>
          <p:nvPr/>
        </p:nvSpPr>
        <p:spPr>
          <a:xfrm>
            <a:off x="7640320" y="1343871"/>
            <a:ext cx="1798319" cy="5341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317B7A-AB8E-88FE-4242-48C3644F0753}"/>
              </a:ext>
            </a:extLst>
          </p:cNvPr>
          <p:cNvSpPr/>
          <p:nvPr/>
        </p:nvSpPr>
        <p:spPr>
          <a:xfrm>
            <a:off x="7640320" y="2046160"/>
            <a:ext cx="1798319" cy="5341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7A678B-D283-5295-E98F-FA66F24D55E5}"/>
              </a:ext>
            </a:extLst>
          </p:cNvPr>
          <p:cNvSpPr txBox="1"/>
          <p:nvPr/>
        </p:nvSpPr>
        <p:spPr>
          <a:xfrm>
            <a:off x="5332537" y="1857242"/>
            <a:ext cx="665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B35525-6A2B-720E-B0DE-756DF91449DC}"/>
              </a:ext>
            </a:extLst>
          </p:cNvPr>
          <p:cNvSpPr txBox="1"/>
          <p:nvPr/>
        </p:nvSpPr>
        <p:spPr>
          <a:xfrm>
            <a:off x="7966243" y="1446508"/>
            <a:ext cx="1146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H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Supplier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EE4285-3591-BD45-20A4-E134B7C3772D}"/>
              </a:ext>
            </a:extLst>
          </p:cNvPr>
          <p:cNvSpPr txBox="1"/>
          <p:nvPr/>
        </p:nvSpPr>
        <p:spPr>
          <a:xfrm>
            <a:off x="7966243" y="2143939"/>
            <a:ext cx="1146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7DDEE2C-4E54-BEBF-F5F6-A1AAEB0D29C4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6160285" y="1610928"/>
            <a:ext cx="1480035" cy="415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0ACF17E-44EF-F02E-79B7-E3EF6A8E785D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6160285" y="2026480"/>
            <a:ext cx="1480035" cy="286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8CC6D90-BD17-FC29-C4DB-E0122B7C0959}"/>
              </a:ext>
            </a:extLst>
          </p:cNvPr>
          <p:cNvSpPr/>
          <p:nvPr/>
        </p:nvSpPr>
        <p:spPr>
          <a:xfrm>
            <a:off x="1605281" y="2882512"/>
            <a:ext cx="150056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BB75AC-FF66-FE65-1505-2725B5E5448B}"/>
              </a:ext>
            </a:extLst>
          </p:cNvPr>
          <p:cNvSpPr/>
          <p:nvPr/>
        </p:nvSpPr>
        <p:spPr>
          <a:xfrm>
            <a:off x="4775200" y="2672300"/>
            <a:ext cx="2966720" cy="35349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A94BD5-481B-DBCC-7EE9-CF08E9F2C84E}"/>
              </a:ext>
            </a:extLst>
          </p:cNvPr>
          <p:cNvSpPr/>
          <p:nvPr/>
        </p:nvSpPr>
        <p:spPr>
          <a:xfrm>
            <a:off x="4775200" y="3088517"/>
            <a:ext cx="2966720" cy="4132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F9D3AB-8C5C-5F99-7138-2805B3CB2163}"/>
              </a:ext>
            </a:extLst>
          </p:cNvPr>
          <p:cNvSpPr txBox="1"/>
          <p:nvPr/>
        </p:nvSpPr>
        <p:spPr>
          <a:xfrm>
            <a:off x="1722219" y="3174900"/>
            <a:ext cx="1266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Dashboard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9C9EAF-08E8-157B-B2C6-7DFD5D5DB508}"/>
              </a:ext>
            </a:extLst>
          </p:cNvPr>
          <p:cNvSpPr txBox="1"/>
          <p:nvPr/>
        </p:nvSpPr>
        <p:spPr>
          <a:xfrm>
            <a:off x="5144312" y="2695714"/>
            <a:ext cx="2228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H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Product Dashboard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4C7C276-BD26-DDB0-D87F-C874E43445B3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 flipV="1">
            <a:off x="3105849" y="2849046"/>
            <a:ext cx="1669351" cy="495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D76B30-BADA-0640-8F01-EEDB234278BF}"/>
              </a:ext>
            </a:extLst>
          </p:cNvPr>
          <p:cNvCxnSpPr>
            <a:cxnSpLocks/>
            <a:stCxn id="37" idx="3"/>
            <a:endCxn id="45" idx="1"/>
          </p:cNvCxnSpPr>
          <p:nvPr/>
        </p:nvCxnSpPr>
        <p:spPr>
          <a:xfrm flipV="1">
            <a:off x="3105849" y="3295152"/>
            <a:ext cx="1669351" cy="49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DC3ABAC-30AE-465D-924B-1237E242879B}"/>
              </a:ext>
            </a:extLst>
          </p:cNvPr>
          <p:cNvSpPr/>
          <p:nvPr/>
        </p:nvSpPr>
        <p:spPr>
          <a:xfrm>
            <a:off x="4764231" y="3564512"/>
            <a:ext cx="2966720" cy="4132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F28F342-4232-BAE9-4A05-948EF9C68C1A}"/>
              </a:ext>
            </a:extLst>
          </p:cNvPr>
          <p:cNvCxnSpPr>
            <a:cxnSpLocks/>
            <a:stCxn id="37" idx="3"/>
            <a:endCxn id="61" idx="1"/>
          </p:cNvCxnSpPr>
          <p:nvPr/>
        </p:nvCxnSpPr>
        <p:spPr>
          <a:xfrm>
            <a:off x="3105849" y="3344177"/>
            <a:ext cx="1658382" cy="426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A04C5D6-AF49-19E3-16D2-ABE27354A59C}"/>
              </a:ext>
            </a:extLst>
          </p:cNvPr>
          <p:cNvSpPr txBox="1"/>
          <p:nvPr/>
        </p:nvSpPr>
        <p:spPr>
          <a:xfrm>
            <a:off x="5084199" y="3124799"/>
            <a:ext cx="2348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H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Supplier Dashboard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2EA910-23E9-EEDC-CD73-5D3E07F1CC37}"/>
              </a:ext>
            </a:extLst>
          </p:cNvPr>
          <p:cNvSpPr txBox="1"/>
          <p:nvPr/>
        </p:nvSpPr>
        <p:spPr>
          <a:xfrm>
            <a:off x="5084199" y="3584083"/>
            <a:ext cx="2348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H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Consumer Dashboard</a:t>
            </a:r>
          </a:p>
        </p:txBody>
      </p:sp>
    </p:spTree>
    <p:extLst>
      <p:ext uri="{BB962C8B-B14F-4D97-AF65-F5344CB8AC3E}">
        <p14:creationId xmlns:p14="http://schemas.microsoft.com/office/powerpoint/2010/main" val="188848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9579-775C-3B3C-541A-F6AFF1C3E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3E71-2759-D93A-9DA9-BBEDA25C6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03. Program as Object-Oriented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A9133-C7F7-B1D3-F9DE-32A57EC245E7}"/>
              </a:ext>
            </a:extLst>
          </p:cNvPr>
          <p:cNvSpPr txBox="1"/>
          <p:nvPr/>
        </p:nvSpPr>
        <p:spPr>
          <a:xfrm>
            <a:off x="838200" y="1443105"/>
            <a:ext cx="9679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Polymorphism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Same method name `render()` in 3 different classes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08C412-3D9A-12FA-08C1-2C014DDF1636}"/>
              </a:ext>
            </a:extLst>
          </p:cNvPr>
          <p:cNvSpPr/>
          <p:nvPr/>
        </p:nvSpPr>
        <p:spPr>
          <a:xfrm>
            <a:off x="838200" y="2244086"/>
            <a:ext cx="8275320" cy="23583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A932DC-9D0B-E7F1-73EC-D2027831D2D3}"/>
              </a:ext>
            </a:extLst>
          </p:cNvPr>
          <p:cNvSpPr txBox="1"/>
          <p:nvPr/>
        </p:nvSpPr>
        <p:spPr>
          <a:xfrm>
            <a:off x="990599" y="2899160"/>
            <a:ext cx="96798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Main.activeDashboard.render</a:t>
            </a: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↓ (runtime decision)</a:t>
            </a:r>
          </a:p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├─→ </a:t>
            </a:r>
            <a:r>
              <a:rPr lang="en-PH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ProductDashboard.render</a:t>
            </a: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├─→ </a:t>
            </a:r>
            <a:r>
              <a:rPr lang="en-PH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ConsumerDashboard.render</a:t>
            </a: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└─→ </a:t>
            </a:r>
            <a:r>
              <a:rPr lang="en-PH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SupplierDashboard.render</a:t>
            </a: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61EAC-CCFE-CC37-3D84-17E74EAE6295}"/>
              </a:ext>
            </a:extLst>
          </p:cNvPr>
          <p:cNvSpPr txBox="1"/>
          <p:nvPr/>
        </p:nvSpPr>
        <p:spPr>
          <a:xfrm>
            <a:off x="990599" y="23751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public static Dashboard </a:t>
            </a:r>
            <a:r>
              <a:rPr lang="en-PH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activeDashboard</a:t>
            </a: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64959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A2544-DF1D-8F72-5F16-476399059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8786-16F8-7B00-8643-7C115C5A6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04. Program being “Data Structured”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CD662E-86C1-A4DE-E3A4-560DBB4597E0}"/>
              </a:ext>
            </a:extLst>
          </p:cNvPr>
          <p:cNvSpPr txBox="1"/>
          <p:nvPr/>
        </p:nvSpPr>
        <p:spPr>
          <a:xfrm>
            <a:off x="838200" y="13213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How the System Organizes and Stores Data?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781479-7FC8-E6B2-27AE-7805CACC3C41}"/>
              </a:ext>
            </a:extLst>
          </p:cNvPr>
          <p:cNvSpPr/>
          <p:nvPr/>
        </p:nvSpPr>
        <p:spPr>
          <a:xfrm>
            <a:off x="944881" y="1805552"/>
            <a:ext cx="1500568" cy="5922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C26C03-5B57-9F93-1507-7984AEBDCC88}"/>
              </a:ext>
            </a:extLst>
          </p:cNvPr>
          <p:cNvSpPr/>
          <p:nvPr/>
        </p:nvSpPr>
        <p:spPr>
          <a:xfrm>
            <a:off x="3319608" y="1805552"/>
            <a:ext cx="1748477" cy="5922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42ACE5-A891-9089-480F-11F07BFE312B}"/>
              </a:ext>
            </a:extLst>
          </p:cNvPr>
          <p:cNvSpPr/>
          <p:nvPr/>
        </p:nvSpPr>
        <p:spPr>
          <a:xfrm>
            <a:off x="5859608" y="1805552"/>
            <a:ext cx="1665841" cy="5922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DDC005-E05E-9DCA-ACA7-2DD25FBD2B07}"/>
              </a:ext>
            </a:extLst>
          </p:cNvPr>
          <p:cNvSpPr/>
          <p:nvPr/>
        </p:nvSpPr>
        <p:spPr>
          <a:xfrm>
            <a:off x="8564881" y="1805552"/>
            <a:ext cx="1500568" cy="5922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59F0D9-1BFC-2192-0D5F-0491C0ABCB7A}"/>
              </a:ext>
            </a:extLst>
          </p:cNvPr>
          <p:cNvSpPr txBox="1"/>
          <p:nvPr/>
        </p:nvSpPr>
        <p:spPr>
          <a:xfrm>
            <a:off x="1333527" y="191699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JSON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84C45A-41A5-6CC7-8462-34C58EBD9D64}"/>
              </a:ext>
            </a:extLst>
          </p:cNvPr>
          <p:cNvSpPr txBox="1"/>
          <p:nvPr/>
        </p:nvSpPr>
        <p:spPr>
          <a:xfrm>
            <a:off x="3402244" y="1907152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 Loader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96B15-479D-C682-F983-48EEBFEFB608}"/>
              </a:ext>
            </a:extLst>
          </p:cNvPr>
          <p:cNvSpPr txBox="1"/>
          <p:nvPr/>
        </p:nvSpPr>
        <p:spPr>
          <a:xfrm>
            <a:off x="6024880" y="1916990"/>
            <a:ext cx="1300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Objects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CF041B-7F46-AC3B-D6F0-D9F79E29A775}"/>
              </a:ext>
            </a:extLst>
          </p:cNvPr>
          <p:cNvSpPr txBox="1"/>
          <p:nvPr/>
        </p:nvSpPr>
        <p:spPr>
          <a:xfrm>
            <a:off x="8664925" y="1916990"/>
            <a:ext cx="1300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258524-FEAA-8593-2579-BD5E59F45D2B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445449" y="2101656"/>
            <a:ext cx="8741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5C0F51-1204-9463-B3B5-9C286D22E1AA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068085" y="2101656"/>
            <a:ext cx="7915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DDA852-4331-4A8F-2B21-E1C6EBEC8A11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7525449" y="2101656"/>
            <a:ext cx="10394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90FF0CE-BAF1-F960-49BE-60687B5203FC}"/>
              </a:ext>
            </a:extLst>
          </p:cNvPr>
          <p:cNvSpPr txBox="1"/>
          <p:nvPr/>
        </p:nvSpPr>
        <p:spPr>
          <a:xfrm>
            <a:off x="6573519" y="3998576"/>
            <a:ext cx="50886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public static Product[] products;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public static Consumer[] consumers;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public static Supplier[] suppliers;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5DD8A9-AF0A-440D-3699-A396A5421509}"/>
              </a:ext>
            </a:extLst>
          </p:cNvPr>
          <p:cNvSpPr/>
          <p:nvPr/>
        </p:nvSpPr>
        <p:spPr>
          <a:xfrm>
            <a:off x="6451600" y="3868032"/>
            <a:ext cx="4978399" cy="115100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B78D0F9-8149-490C-D79E-0B570AA48C44}"/>
              </a:ext>
            </a:extLst>
          </p:cNvPr>
          <p:cNvCxnSpPr>
            <a:stCxn id="27" idx="0"/>
          </p:cNvCxnSpPr>
          <p:nvPr/>
        </p:nvCxnSpPr>
        <p:spPr>
          <a:xfrm flipV="1">
            <a:off x="8940800" y="2641600"/>
            <a:ext cx="314960" cy="1226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383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451E0-DAF8-1DE9-CDA3-4ABFB2F65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C5C6-2BCE-31DA-2B31-F82FA5C25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04. Program being “Data Structured”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0F827-201C-57FB-9ADF-BABA5C29526E}"/>
              </a:ext>
            </a:extLst>
          </p:cNvPr>
          <p:cNvSpPr txBox="1"/>
          <p:nvPr/>
        </p:nvSpPr>
        <p:spPr>
          <a:xfrm>
            <a:off x="838200" y="13213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How the System Manages and Structures Data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B281D9-0876-7BEB-4E9F-0DE80AB4D48E}"/>
              </a:ext>
            </a:extLst>
          </p:cNvPr>
          <p:cNvSpPr/>
          <p:nvPr/>
        </p:nvSpPr>
        <p:spPr>
          <a:xfrm>
            <a:off x="738211" y="1805552"/>
            <a:ext cx="1707238" cy="5922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5FB56D-4B36-9B32-9EE1-FD88FE2579DA}"/>
              </a:ext>
            </a:extLst>
          </p:cNvPr>
          <p:cNvSpPr/>
          <p:nvPr/>
        </p:nvSpPr>
        <p:spPr>
          <a:xfrm>
            <a:off x="3319608" y="1805552"/>
            <a:ext cx="1748477" cy="5922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49CA6B-30AD-7D08-A60F-4638666B1B6B}"/>
              </a:ext>
            </a:extLst>
          </p:cNvPr>
          <p:cNvSpPr/>
          <p:nvPr/>
        </p:nvSpPr>
        <p:spPr>
          <a:xfrm>
            <a:off x="5859608" y="1805552"/>
            <a:ext cx="1665841" cy="5922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91A44-D90C-2258-2505-179755F1325E}"/>
              </a:ext>
            </a:extLst>
          </p:cNvPr>
          <p:cNvSpPr/>
          <p:nvPr/>
        </p:nvSpPr>
        <p:spPr>
          <a:xfrm>
            <a:off x="8564881" y="1805552"/>
            <a:ext cx="1500568" cy="5922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CAA945-BEA6-4867-533F-1B458B191D57}"/>
              </a:ext>
            </a:extLst>
          </p:cNvPr>
          <p:cNvSpPr txBox="1"/>
          <p:nvPr/>
        </p:nvSpPr>
        <p:spPr>
          <a:xfrm>
            <a:off x="779608" y="1916990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 Arrays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7E837A-287D-3AFB-2516-78700FC2B1C2}"/>
              </a:ext>
            </a:extLst>
          </p:cNvPr>
          <p:cNvSpPr txBox="1"/>
          <p:nvPr/>
        </p:nvSpPr>
        <p:spPr>
          <a:xfrm>
            <a:off x="3679262" y="1916990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Access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A73FDC-4035-6B21-BC06-ABE3D6845370}"/>
              </a:ext>
            </a:extLst>
          </p:cNvPr>
          <p:cNvSpPr txBox="1"/>
          <p:nvPr/>
        </p:nvSpPr>
        <p:spPr>
          <a:xfrm>
            <a:off x="6024880" y="1916990"/>
            <a:ext cx="1300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Prompt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34C5F3-8B63-7598-E3DE-DB2CB4E6B44D}"/>
              </a:ext>
            </a:extLst>
          </p:cNvPr>
          <p:cNvSpPr txBox="1"/>
          <p:nvPr/>
        </p:nvSpPr>
        <p:spPr>
          <a:xfrm>
            <a:off x="8664925" y="1916990"/>
            <a:ext cx="1300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Render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34A4BC-1C08-ADDC-26A6-D49B800F20F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445449" y="2101656"/>
            <a:ext cx="8741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BFF831-23E4-25DC-972B-79F0531A5236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068085" y="2101656"/>
            <a:ext cx="7915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F77659-8EE8-1F73-F2BD-45448291CE59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7525449" y="2101656"/>
            <a:ext cx="10394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39A4B61-3916-0554-EF7C-F585ED104EEA}"/>
              </a:ext>
            </a:extLst>
          </p:cNvPr>
          <p:cNvSpPr/>
          <p:nvPr/>
        </p:nvSpPr>
        <p:spPr>
          <a:xfrm>
            <a:off x="838200" y="4147427"/>
            <a:ext cx="3266440" cy="8716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4AB494-5C72-8BEA-9E7E-6D5597EB0454}"/>
              </a:ext>
            </a:extLst>
          </p:cNvPr>
          <p:cNvSpPr txBox="1"/>
          <p:nvPr/>
        </p:nvSpPr>
        <p:spPr>
          <a:xfrm>
            <a:off x="1032564" y="4258865"/>
            <a:ext cx="2877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Object Relationship</a:t>
            </a:r>
            <a:b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Product &lt;=&gt; Supplier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FC50F70-00C6-C70C-F217-DFAFDF1E6904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1818640" y="2509198"/>
            <a:ext cx="652780" cy="1638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364BCFB5-BB62-34E7-A8FE-B94238AC3996}"/>
              </a:ext>
            </a:extLst>
          </p:cNvPr>
          <p:cNvSpPr/>
          <p:nvPr/>
        </p:nvSpPr>
        <p:spPr>
          <a:xfrm>
            <a:off x="3609484" y="5356467"/>
            <a:ext cx="3266440" cy="8716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C611F2-6EF6-3BAA-6EEE-829374133FC3}"/>
              </a:ext>
            </a:extLst>
          </p:cNvPr>
          <p:cNvSpPr txBox="1"/>
          <p:nvPr/>
        </p:nvSpPr>
        <p:spPr>
          <a:xfrm>
            <a:off x="4140479" y="5451665"/>
            <a:ext cx="2204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Dashboard &amp; </a:t>
            </a:r>
          </a:p>
          <a:p>
            <a:pPr algn="ctr"/>
            <a:r>
              <a:rPr lang="en-PH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AnalyticsEngine</a:t>
            </a:r>
            <a:endParaRPr lang="en-PH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B282EEA-FE7E-626E-21F3-6F6042642528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4222834" y="2620636"/>
            <a:ext cx="1019870" cy="2735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3F6F7B8-E355-15B1-3966-C982C06CAA2A}"/>
              </a:ext>
            </a:extLst>
          </p:cNvPr>
          <p:cNvSpPr/>
          <p:nvPr/>
        </p:nvSpPr>
        <p:spPr>
          <a:xfrm>
            <a:off x="5429640" y="3589362"/>
            <a:ext cx="3266440" cy="8716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15AA35-FA45-28A6-28C8-AAD082F65268}"/>
              </a:ext>
            </a:extLst>
          </p:cNvPr>
          <p:cNvSpPr txBox="1"/>
          <p:nvPr/>
        </p:nvSpPr>
        <p:spPr>
          <a:xfrm>
            <a:off x="6229939" y="3819189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 Choice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1C5704-6BEE-640A-CA93-56BC246B8B3B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6675119" y="2509198"/>
            <a:ext cx="387741" cy="1080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82055D7-A8DF-1EFC-304A-917AD294A9D2}"/>
              </a:ext>
            </a:extLst>
          </p:cNvPr>
          <p:cNvSpPr/>
          <p:nvPr/>
        </p:nvSpPr>
        <p:spPr>
          <a:xfrm>
            <a:off x="8093969" y="5356338"/>
            <a:ext cx="3266440" cy="11365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accent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83C73-281A-2902-2350-8A94B421B7CA}"/>
              </a:ext>
            </a:extLst>
          </p:cNvPr>
          <p:cNvSpPr txBox="1"/>
          <p:nvPr/>
        </p:nvSpPr>
        <p:spPr>
          <a:xfrm>
            <a:off x="8557642" y="5469103"/>
            <a:ext cx="23391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 Options</a:t>
            </a:r>
          </a:p>
          <a:p>
            <a:pPr algn="ctr"/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(Dashboard View)</a:t>
            </a:r>
          </a:p>
          <a:p>
            <a:pPr algn="ctr"/>
            <a:r>
              <a:rPr lang="en-PH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(Functionality)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783139-7034-8EDB-B14D-5B7A8606D6B3}"/>
              </a:ext>
            </a:extLst>
          </p:cNvPr>
          <p:cNvCxnSpPr>
            <a:cxnSpLocks/>
          </p:cNvCxnSpPr>
          <p:nvPr/>
        </p:nvCxnSpPr>
        <p:spPr>
          <a:xfrm flipH="1" flipV="1">
            <a:off x="9383134" y="2586059"/>
            <a:ext cx="387741" cy="2782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11BA1A1-8081-93BC-BC8B-BDA8F74966DA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6875924" y="2646919"/>
            <a:ext cx="2237902" cy="3145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750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763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641</TotalTime>
  <Words>1173</Words>
  <Application>Microsoft Office PowerPoint</Application>
  <PresentationFormat>Widescreen</PresentationFormat>
  <Paragraphs>107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Cascadia Code</vt:lpstr>
      <vt:lpstr>Office Theme</vt:lpstr>
      <vt:lpstr>PowerPoint Presentation</vt:lpstr>
      <vt:lpstr>00. Idea</vt:lpstr>
      <vt:lpstr>01. Actual Prompt</vt:lpstr>
      <vt:lpstr>01. Actual Prompt</vt:lpstr>
      <vt:lpstr>01. Actual Prompt</vt:lpstr>
      <vt:lpstr>01. Actual Prompt</vt:lpstr>
      <vt:lpstr>01. Actual Prompt</vt:lpstr>
      <vt:lpstr>02. Implementation (Sorting)</vt:lpstr>
      <vt:lpstr>02. Implementation (Sorting)</vt:lpstr>
      <vt:lpstr>02. Implementation (Sorting)</vt:lpstr>
      <vt:lpstr>03. Program as Object-Oriented</vt:lpstr>
      <vt:lpstr>03. Program as Object-Oriented</vt:lpstr>
      <vt:lpstr>04. Program being “Data Structured”</vt:lpstr>
      <vt:lpstr>04. Program being “Data Structured”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Jasper Cuarte</dc:creator>
  <cp:lastModifiedBy>Jasper Cuarte</cp:lastModifiedBy>
  <cp:revision>3</cp:revision>
  <dcterms:created xsi:type="dcterms:W3CDTF">2026-04-09T05:09:25Z</dcterms:created>
  <dcterms:modified xsi:type="dcterms:W3CDTF">2026-04-10T07:17:48Z</dcterms:modified>
</cp:coreProperties>
</file>